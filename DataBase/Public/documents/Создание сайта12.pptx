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way.php?utf=1&amp;to=http://www.boom.ru" TargetMode="External"/><Relationship Id="rId2" Type="http://schemas.openxmlformats.org/officeDocument/2006/relationships/hyperlink" Target="https://vk.com/away.php?utf=1&amp;to=http://www.narod.ru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5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Создание сайта</a:t>
            </a:r>
            <a:endParaRPr lang="ru-RU" sz="35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76424" y="3602037"/>
            <a:ext cx="8791575" cy="192669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ru-RU" b="1" i="1" dirty="0"/>
              <a:t>Муниципальное образовательное учреждение </a:t>
            </a:r>
            <a:r>
              <a:rPr lang="ru-RU" b="1" i="1" dirty="0" smtClean="0"/>
              <a:t>г</a:t>
            </a:r>
            <a:r>
              <a:rPr lang="en-US" b="1" i="1" dirty="0" smtClean="0"/>
              <a:t>.</a:t>
            </a:r>
            <a:r>
              <a:rPr lang="ru-RU" b="1" i="1" dirty="0" smtClean="0"/>
              <a:t>Пензы</a:t>
            </a:r>
            <a:endParaRPr lang="ru-RU" dirty="0"/>
          </a:p>
          <a:p>
            <a:pPr algn="ctr"/>
            <a:r>
              <a:rPr lang="ru-RU" b="1" i="1" dirty="0"/>
              <a:t>средняя общеобразовательная школа №56  имени </a:t>
            </a:r>
            <a:r>
              <a:rPr lang="ru-RU" b="1" i="1" dirty="0" err="1" smtClean="0"/>
              <a:t>А.М.Самокутяева</a:t>
            </a:r>
            <a:endParaRPr lang="ru-RU" b="1" i="1" dirty="0" smtClean="0"/>
          </a:p>
          <a:p>
            <a:pPr marL="93663" indent="-93663" algn="ctr"/>
            <a:r>
              <a:rPr lang="ru-RU" sz="2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Судовчихин</a:t>
            </a:r>
            <a:r>
              <a:rPr lang="ru-RU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Дмитриевич </a:t>
            </a:r>
          </a:p>
          <a:p>
            <a:pPr marL="93663" indent="-93663" algn="ctr"/>
            <a:r>
              <a:rPr lang="ru-RU" sz="2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класс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635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два способа создания сайта:</a:t>
            </a:r>
            <a:endParaRPr lang="ru-RU" sz="3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r>
              <a:rPr lang="ru-RU" dirty="0" smtClean="0"/>
              <a:t>          Ручной                                                   </a:t>
            </a:r>
          </a:p>
          <a:p>
            <a:r>
              <a:rPr lang="ru-RU" dirty="0"/>
              <a:t> </a:t>
            </a:r>
            <a:r>
              <a:rPr lang="ru-RU" dirty="0" smtClean="0"/>
              <a:t>                                                                         С использованием </a:t>
            </a:r>
          </a:p>
          <a:p>
            <a:r>
              <a:rPr lang="ru-RU" dirty="0" smtClean="0"/>
              <a:t>                                                                                 конструктора</a:t>
            </a:r>
            <a:endParaRPr lang="ru-RU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802467" y="1634067"/>
            <a:ext cx="660400" cy="13716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7332133" y="1574800"/>
            <a:ext cx="702734" cy="160866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68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порталы</a:t>
            </a:r>
            <a:r>
              <a:rPr lang="en-US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которые представляют возможность использования их ресурсов для помещения страниц пользователя</a:t>
            </a:r>
            <a:r>
              <a:rPr lang="en-US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Они могут работать в режиме конструктора</a:t>
            </a:r>
            <a:r>
              <a:rPr lang="en-US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принимать готовые разработки для автоматического отображения их на своем портале</a:t>
            </a:r>
            <a:r>
              <a:rPr lang="en-US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345" y="2634136"/>
            <a:ext cx="3011830" cy="2160000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89" y="2489770"/>
            <a:ext cx="3866853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5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сайтов:</a:t>
            </a:r>
            <a:endParaRPr lang="ru-RU" sz="3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Корпоративные                    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Персональные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3606800" y="1540933"/>
            <a:ext cx="660400" cy="812800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6434667" y="1625600"/>
            <a:ext cx="838200" cy="2048933"/>
          </a:xfrm>
          <a:prstGeom prst="straightConnector1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64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</a:t>
            </a:r>
            <a:r>
              <a:rPr lang="ru-RU" sz="3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апы </a:t>
            </a:r>
            <a:r>
              <a:rPr lang="ru-RU" sz="3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 сайта:</a:t>
            </a:r>
            <a:endParaRPr lang="ru-RU" sz="3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проектирование сайт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Информационное наполнение сайта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Креатив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визуальное состояние сайта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кода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Публикация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Раскрутка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52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33065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ru-RU" sz="3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создания сайта:</a:t>
            </a:r>
            <a:endParaRPr lang="ru-RU" sz="3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727200"/>
            <a:ext cx="9905999" cy="4064001"/>
          </a:xfrm>
        </p:spPr>
        <p:txBody>
          <a:bodyPr>
            <a:noAutofit/>
          </a:bodyPr>
          <a:lstStyle/>
          <a:p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проектирование сайта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Анализ аналогичных сайтов с выделением сильных и слабых их сторон. Сайт проектируется исходя из интересов предполагаемой аудитории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Информационное </a:t>
            </a:r>
            <a:r>
              <a:rPr lang="ru-RU" sz="20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паполнение</a:t>
            </a:r>
            <a:r>
              <a:rPr lang="ru-RU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сайта (контент).</a:t>
            </a:r>
            <a:b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Привлекает потенциальных пользователей.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должна быть интересна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целевой аудитории 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качественно оформлена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550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2" y="550784"/>
            <a:ext cx="9905998" cy="1478570"/>
          </a:xfrm>
        </p:spPr>
        <p:txBody>
          <a:bodyPr/>
          <a:lstStyle/>
          <a:p>
            <a:pPr algn="ctr"/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создания сайта: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i="1" u="sng" dirty="0"/>
              <a:t>Креатив</a:t>
            </a:r>
            <a:r>
              <a:rPr lang="ru-RU" sz="2000" dirty="0"/>
              <a:t>. Включает разработку дизайна, графических элементов, обработку графики и все, что с ней связано Разработка всегда осуществляется на бумажном носителе, чтобы определить лучший вариант расположения типовых элементов. </a:t>
            </a:r>
            <a:r>
              <a:rPr lang="ru-RU" sz="2000" dirty="0" smtClean="0"/>
              <a:t>Т.к</a:t>
            </a:r>
            <a:r>
              <a:rPr lang="ru-RU" sz="2000" dirty="0"/>
              <a:t>. страницы оформляются в едином стиле, то создается шаблон</a:t>
            </a:r>
            <a:r>
              <a:rPr lang="ru-RU" sz="2000" dirty="0" smtClean="0"/>
              <a:t>.</a:t>
            </a:r>
          </a:p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i="1" u="sng" dirty="0"/>
              <a:t>Написание </a:t>
            </a:r>
            <a:r>
              <a:rPr lang="ru-RU" sz="2000" b="1" i="1" u="sng" dirty="0" smtClean="0"/>
              <a:t>кода</a:t>
            </a:r>
            <a:r>
              <a:rPr lang="ru-RU" sz="2000" dirty="0" smtClean="0"/>
              <a:t>. </a:t>
            </a:r>
            <a:r>
              <a:rPr lang="ru-RU" sz="2000" dirty="0"/>
              <a:t>Создание </a:t>
            </a:r>
            <a:r>
              <a:rPr lang="ru-RU" sz="2000" dirty="0" err="1" smtClean="0"/>
              <a:t>Web</a:t>
            </a:r>
            <a:r>
              <a:rPr lang="ru-RU" sz="2000" dirty="0"/>
              <a:t>-</a:t>
            </a:r>
            <a:r>
              <a:rPr lang="ru-RU" sz="2000" dirty="0" smtClean="0"/>
              <a:t>страниц</a:t>
            </a:r>
            <a:r>
              <a:rPr lang="ru-RU" sz="2000" dirty="0"/>
              <a:t>, программирование, написание функциональной части.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создания сайта: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Проверяется удобство навигации, целостность данных, корректность ссылок и орфография: 1) альфа-версия - ошибки проверяют сами разработчики; 2) бета-версия - проверяют другие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люди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Публикация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Сайт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размещается в Интернете.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воспользоваться бесплатным хостингом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www.narod.ru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www.boom.ru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либо разместить сайт у провайдера.</a:t>
            </a:r>
          </a:p>
        </p:txBody>
      </p:sp>
    </p:spTree>
    <p:extLst>
      <p:ext uri="{BB962C8B-B14F-4D97-AF65-F5344CB8AC3E}">
        <p14:creationId xmlns:p14="http://schemas.microsoft.com/office/powerpoint/2010/main" val="136799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создания сайта: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Раскрутка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Рекламная компания по узнаванию сайта и повышению его посещаемости - регистрация сайта в поисковых системах, обмен ссылками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и.Т.Д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</a:t>
            </a:r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Постоянное обновление сайта. (не реже 1 раза в 2 недели).</a:t>
            </a:r>
          </a:p>
        </p:txBody>
      </p:sp>
    </p:spTree>
    <p:extLst>
      <p:ext uri="{BB962C8B-B14F-4D97-AF65-F5344CB8AC3E}">
        <p14:creationId xmlns:p14="http://schemas.microsoft.com/office/powerpoint/2010/main" val="206280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11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81</TotalTime>
  <Words>268</Words>
  <Application>Microsoft Office PowerPoint</Application>
  <PresentationFormat>Широкоэкранный</PresentationFormat>
  <Paragraphs>40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Tw Cen MT</vt:lpstr>
      <vt:lpstr>Контур</vt:lpstr>
      <vt:lpstr>                        Создание сайта</vt:lpstr>
      <vt:lpstr>Существует два способа создания сайта:</vt:lpstr>
      <vt:lpstr>Существуют порталы,которые представляют возможность использования их ресурсов для помещения страниц пользователя.Они могут работать в режиме конструктора,также принимать готовые разработки для автоматического отображения их на своем портале.</vt:lpstr>
      <vt:lpstr>Классификация сайтов:</vt:lpstr>
      <vt:lpstr>Этапы создания сайта:</vt:lpstr>
      <vt:lpstr>Этапы создания сайта:</vt:lpstr>
      <vt:lpstr>Этапы создания сайта:</vt:lpstr>
      <vt:lpstr>Этапы создания сайта:</vt:lpstr>
      <vt:lpstr>Этапы создания сайта: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сайта</dc:title>
  <dc:creator>user</dc:creator>
  <cp:lastModifiedBy>user</cp:lastModifiedBy>
  <cp:revision>10</cp:revision>
  <cp:lastPrinted>2023-05-15T04:20:32Z</cp:lastPrinted>
  <dcterms:created xsi:type="dcterms:W3CDTF">2023-05-10T21:18:54Z</dcterms:created>
  <dcterms:modified xsi:type="dcterms:W3CDTF">2023-05-15T04:20:57Z</dcterms:modified>
</cp:coreProperties>
</file>