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324" r:id="rId10"/>
    <p:sldId id="325" r:id="rId11"/>
    <p:sldId id="268" r:id="rId12"/>
    <p:sldId id="269" r:id="rId13"/>
    <p:sldId id="270" r:id="rId14"/>
    <p:sldId id="271" r:id="rId15"/>
    <p:sldId id="272" r:id="rId16"/>
    <p:sldId id="273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  <p:sldId id="317" r:id="rId26"/>
    <p:sldId id="318" r:id="rId27"/>
    <p:sldId id="319" r:id="rId28"/>
    <p:sldId id="320" r:id="rId29"/>
    <p:sldId id="321" r:id="rId30"/>
    <p:sldId id="322" r:id="rId31"/>
    <p:sldId id="323" r:id="rId32"/>
    <p:sldId id="326" r:id="rId33"/>
    <p:sldId id="327" r:id="rId34"/>
    <p:sldId id="328" r:id="rId35"/>
    <p:sldId id="329" r:id="rId36"/>
    <p:sldId id="330" r:id="rId37"/>
    <p:sldId id="331" r:id="rId38"/>
    <p:sldId id="339" r:id="rId39"/>
    <p:sldId id="333" r:id="rId40"/>
    <p:sldId id="334" r:id="rId41"/>
    <p:sldId id="335" r:id="rId42"/>
    <p:sldId id="336" r:id="rId43"/>
    <p:sldId id="337" r:id="rId44"/>
    <p:sldId id="338" r:id="rId45"/>
    <p:sldId id="278" r:id="rId46"/>
    <p:sldId id="279" r:id="rId47"/>
    <p:sldId id="341" r:id="rId48"/>
    <p:sldId id="342" r:id="rId49"/>
    <p:sldId id="343" r:id="rId50"/>
    <p:sldId id="344" r:id="rId51"/>
    <p:sldId id="345" r:id="rId52"/>
    <p:sldId id="346" r:id="rId53"/>
    <p:sldId id="282" r:id="rId54"/>
    <p:sldId id="283" r:id="rId55"/>
    <p:sldId id="284" r:id="rId56"/>
    <p:sldId id="285" r:id="rId57"/>
    <p:sldId id="286" r:id="rId58"/>
    <p:sldId id="287" r:id="rId59"/>
    <p:sldId id="288" r:id="rId60"/>
    <p:sldId id="289" r:id="rId61"/>
    <p:sldId id="290" r:id="rId62"/>
    <p:sldId id="291" r:id="rId63"/>
    <p:sldId id="292" r:id="rId64"/>
    <p:sldId id="293" r:id="rId65"/>
    <p:sldId id="295" r:id="rId66"/>
    <p:sldId id="296" r:id="rId67"/>
    <p:sldId id="294" r:id="rId68"/>
    <p:sldId id="297" r:id="rId69"/>
    <p:sldId id="298" r:id="rId70"/>
    <p:sldId id="299" r:id="rId71"/>
    <p:sldId id="301" r:id="rId72"/>
    <p:sldId id="304" r:id="rId73"/>
    <p:sldId id="302" r:id="rId74"/>
    <p:sldId id="305" r:id="rId75"/>
    <p:sldId id="303" r:id="rId76"/>
    <p:sldId id="306" r:id="rId77"/>
    <p:sldId id="307" r:id="rId78"/>
    <p:sldId id="308" r:id="rId79"/>
    <p:sldId id="348" r:id="rId80"/>
    <p:sldId id="349" r:id="rId81"/>
    <p:sldId id="347" r:id="rId82"/>
    <p:sldId id="274" r:id="rId83"/>
    <p:sldId id="275" r:id="rId84"/>
    <p:sldId id="261" r:id="rId85"/>
    <p:sldId id="262" r:id="rId86"/>
    <p:sldId id="276" r:id="rId87"/>
    <p:sldId id="277" r:id="rId88"/>
    <p:sldId id="340" r:id="rId8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ьник" id="{EA891CF2-9C3A-4B6B-BFE8-C439688D23F9}">
          <p14:sldIdLst>
            <p14:sldId id="256"/>
            <p14:sldId id="257"/>
          </p14:sldIdLst>
        </p14:section>
        <p14:section name="Цели" id="{7B958FF7-D75C-4118-9B7F-B16A6BBFB667}">
          <p14:sldIdLst>
            <p14:sldId id="258"/>
            <p14:sldId id="259"/>
          </p14:sldIdLst>
        </p14:section>
        <p14:section name="Диаграммы" id="{BAD10A4A-7623-4DD6-B296-4D38201CB040}">
          <p14:sldIdLst>
            <p14:sldId id="260"/>
            <p14:sldId id="263"/>
            <p14:sldId id="266"/>
            <p14:sldId id="267"/>
            <p14:sldId id="324"/>
            <p14:sldId id="325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Макеты" id="{ADCA490A-D3EB-4A83-85C5-0564D342E67D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Дизайн" id="{B8889E25-E7A0-4447-8B72-6FA39067D89F}">
          <p14:sldIdLst>
            <p14:sldId id="323"/>
            <p14:sldId id="326"/>
            <p14:sldId id="327"/>
            <p14:sldId id="328"/>
            <p14:sldId id="329"/>
            <p14:sldId id="330"/>
            <p14:sldId id="331"/>
            <p14:sldId id="339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Тестирование" id="{94669E08-066B-4801-B189-D291AC29D6F3}">
          <p14:sldIdLst>
            <p14:sldId id="278"/>
            <p14:sldId id="279"/>
            <p14:sldId id="341"/>
            <p14:sldId id="342"/>
            <p14:sldId id="343"/>
            <p14:sldId id="344"/>
            <p14:sldId id="345"/>
            <p14:sldId id="346"/>
            <p14:sldId id="282"/>
            <p14:sldId id="283"/>
          </p14:sldIdLst>
        </p14:section>
        <p14:section name="Валидация" id="{FA8F304F-F101-4E2F-A68D-CBD06B01EEA5}">
          <p14:sldIdLst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4"/>
            <p14:sldId id="297"/>
            <p14:sldId id="298"/>
            <p14:sldId id="299"/>
            <p14:sldId id="301"/>
            <p14:sldId id="304"/>
            <p14:sldId id="302"/>
            <p14:sldId id="305"/>
            <p14:sldId id="303"/>
            <p14:sldId id="306"/>
            <p14:sldId id="307"/>
            <p14:sldId id="308"/>
            <p14:sldId id="348"/>
            <p14:sldId id="349"/>
          </p14:sldIdLst>
        </p14:section>
        <p14:section name="Видео" id="{897E8207-F6AA-4BC9-920E-DE83C86C4C2B}">
          <p14:sldIdLst>
            <p14:sldId id="347"/>
          </p14:sldIdLst>
        </p14:section>
        <p14:section name="ПО" id="{D7A75844-68C3-40BB-B14C-A98C27E3A038}">
          <p14:sldIdLst>
            <p14:sldId id="274"/>
            <p14:sldId id="275"/>
          </p14:sldIdLst>
        </p14:section>
        <p14:section name="Заключение" id="{E3ADE650-B1FE-445C-8EC6-F0E796964BCA}">
          <p14:sldIdLst>
            <p14:sldId id="261"/>
            <p14:sldId id="262"/>
          </p14:sldIdLst>
        </p14:section>
        <p14:section name="Перспективы" id="{4F8E9524-E41D-4676-B715-0AA7DC9D5D89}">
          <p14:sldIdLst>
            <p14:sldId id="276"/>
            <p14:sldId id="277"/>
          </p14:sldIdLst>
        </p14:section>
        <p14:section name="Конец" id="{2AC3186B-7AFA-4E28-9AF9-06BDDD7BF0B4}">
          <p14:sldIdLst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85A"/>
    <a:srgbClr val="01FF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10" autoAdjust="0"/>
  </p:normalViewPr>
  <p:slideViewPr>
    <p:cSldViewPr snapToGrid="0">
      <p:cViewPr varScale="1">
        <p:scale>
          <a:sx n="76" d="100"/>
          <a:sy n="76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CD9CCE-64EF-44CD-9077-C5A7A6F6C037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B7F8A-68F2-4616-9140-DE292156C29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63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B7F8A-68F2-4616-9140-DE292156C29D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5161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2B7F8A-68F2-4616-9140-DE292156C29D}" type="slidenum">
              <a:rPr lang="ru-RU" smtClean="0"/>
              <a:t>78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06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87DE82-A69C-938B-8DD6-820A7269F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4008F3-387D-A5CB-63DD-5825CEE39E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E71B5F-4B83-F922-C5EA-F2F145A5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3B9E83-C2BC-9AAB-8D4E-9C3D41A7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B5CA55C-10C4-DE03-C102-24860348B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0844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99D226-6C03-DCE5-2993-38F062CBE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DA9914-E68B-926A-3CC9-761DD44FD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21A3D2F-823F-AA04-5635-256AF111F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66C097-973D-6EC4-E2AF-372C008B9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E65D6-271D-A047-89B8-65538DD31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147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F06411-FAA4-E8BF-E31A-91E1E474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752D0E4-575E-464E-F01E-D9E912E2C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0D55AC-E630-8698-4DBC-E08D0F8B5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5648244-0D71-EB78-AA12-0A8986F7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7FCA8B-DEF3-3B58-745C-8250135DD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065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3C2F76-83F1-63AA-CD6E-E80DC2751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9612A3-C7D2-2C98-BAAD-DB5E2EF92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461668-8CC4-E86F-F267-516CD55B2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F9D5F17-A030-D052-8DC3-21B9D5EA4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EF9504-B177-E341-E6C7-D8AF2889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5A87BF-77C2-1434-B80B-B6CEE233A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6515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2B7E2-6EF6-5344-9882-4BD50BC01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47DCCBD-47D7-0CE8-B043-70B2D8BD6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A78C763-AC9B-00CA-47F6-CCF414B70C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68C417F-AF06-D5EF-2752-7F06C19CD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573E4DF-5663-A754-0BAC-9BEEDD3105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E7BA51-D979-69CB-C234-3C14E35E0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5A9D69D-6666-2535-3772-AA08037F6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9FCBB9B5-38C2-97F2-8FED-65AC3A404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304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60C01-CB5A-7196-E138-A55D452FE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5100C6C-129F-ED8D-CA2E-C8527CF9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747BF88-4DF5-FFD3-A16E-B1B3FBA99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31351A1-8C40-39FE-9D7B-F5CEC803D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6169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39C27C5-CEC8-0D61-9070-B0BCBA571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FB80DCB-AEE4-0B15-AE91-9872B0B5D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E73E45-A1BE-74B8-8B64-7C8C80AF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5746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C93075-DD44-7B10-51F0-F50DE9EEA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7905E-28A4-00F0-AA1B-2E9351BA2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A98808-ECC9-7169-753A-68CC56772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472BF70-2B51-4C68-5A9C-6D856B64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21C17B-FAA0-21A3-9C0C-3A3294244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00817D4-983C-06D8-5D28-B5C1FD75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0989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36D70-F28C-E91A-5AF7-58A79D488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23AB255-D37F-B9E8-2D8F-8F69339D69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C79BFF-E67D-3DCA-E6B0-6310AF61FC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C95F99-A91B-500B-9514-38D209CD6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8F7CC0-2C1E-9856-CBA3-AF23A068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2C23CB-B335-5418-FD8F-328FD7543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553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5241EF-12CC-DFB0-AB6E-2C08FF97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7A61588-3945-FBF6-0473-701E8B22B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8635D5-EFC3-DCF0-3847-BCB8B930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2F922A-A57A-EBAD-48AD-8D5C87A8A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F90DDF-3A54-49F9-11E4-E115FDEA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8050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74806C8-D703-567E-8AA4-E0F80CCAE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7C10C38-AAF0-4B17-F3AF-09029F95D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CDF01B-F846-5381-1A26-578BCFF23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C00BE1-AF20-7BFB-73B1-5991F3F95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DA3D98-F8AB-8B59-9F28-6AC9749E3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42737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DE5E95-4BA3-DBC3-CFEE-7E774E21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513F92-D49C-F14C-9224-EA091518FD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1D6DE4-10DE-1AB8-CBFA-EA26C484CF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3E5698-491E-435E-9B75-9697673D8C2C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E1334C-BBBE-E2DF-8016-51ACA2F53B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AB9E7F-08C0-0CE4-E267-7D0A3A8E70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5DB59-0282-4DED-B8AF-06F9FB17D36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933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5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E2B119-2185-3153-3B1A-EAB805059F36}"/>
              </a:ext>
            </a:extLst>
          </p:cNvPr>
          <p:cNvSpPr txBox="1"/>
          <p:nvPr/>
        </p:nvSpPr>
        <p:spPr>
          <a:xfrm>
            <a:off x="0" y="0"/>
            <a:ext cx="12192000" cy="616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Пензенской области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автономное профессиональное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 Пензенской области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60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«Пензенский колледж информационных и промышленных технологий (ИТ-колледж)»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 </a:t>
            </a:r>
          </a:p>
          <a:p>
            <a:pPr algn="ctr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ОТЧЕТ ПО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КВАЛИФИКАЦИОННОМУ ЭКЗАМЕНУ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ПМ.13 «Основы веб-программирования и разработки»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09.02.07 «Информационные системы и программирование»</a:t>
            </a: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Тема: Разработка веб-приложения студенческой библиотеки «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226695" algn="ctr">
              <a:buNone/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Студента	 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Кошкаровский Никита Алексеевич</a:t>
            </a:r>
          </a:p>
          <a:p>
            <a:pPr>
              <a:buNone/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             </a:t>
            </a:r>
            <a:r>
              <a:rPr lang="ru-RU" sz="1600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22ИТ24</a:t>
            </a:r>
          </a:p>
          <a:p>
            <a:pPr>
              <a:buNone/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квалификационного проекта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Николаева Н.С.</a:t>
            </a: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42068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EDA6-41AC-1119-C8A9-277E5170E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33223B-B48C-9F04-072E-B9DE13EAC2D4}"/>
              </a:ext>
            </a:extLst>
          </p:cNvPr>
          <p:cNvSpPr txBox="1"/>
          <p:nvPr/>
        </p:nvSpPr>
        <p:spPr>
          <a:xfrm>
            <a:off x="0" y="0"/>
            <a:ext cx="12192000" cy="616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Министерство образования Пензенской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Государственное автономное профессиональное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образовательное учреждение Пензенской области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1000"/>
              </a:spcAft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</a:rPr>
              <a:t>«Пензенский колледж информационных и промышленных технологий (ИТ-колледж)»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r">
              <a:buNone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 </a:t>
            </a:r>
          </a:p>
          <a:p>
            <a:pPr algn="ctr">
              <a:buNone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ОТЧЕТ ПО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КВАЛИФИКАЦИОННОМУ ЭКЗАМЕНУ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i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algn="ctr">
              <a:buNone/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ПМ.13 «Основы веб-программирования и разработки»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09.02.07 «Информационные системы и программирование»</a:t>
            </a: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Тема: Разработка веб-приложения студенческой библиотеки «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»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indent="226695" algn="ctr">
              <a:buNone/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226695" algn="ctr"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Студента	 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Кошкаровский Никита Алексеевич</a:t>
            </a:r>
          </a:p>
          <a:p>
            <a:pPr>
              <a:buNone/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Группа              </a:t>
            </a:r>
            <a:r>
              <a:rPr lang="ru-RU" sz="1600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22ИТ24</a:t>
            </a:r>
          </a:p>
          <a:p>
            <a:pPr>
              <a:buNone/>
            </a:pPr>
            <a:endParaRPr lang="ru-RU" sz="1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buNone/>
            </a:pP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Руководитель квалификационного проекта: </a:t>
            </a:r>
            <a:r>
              <a:rPr lang="ru-RU" sz="16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Николаева Н.С.</a:t>
            </a:r>
            <a:r>
              <a:rPr lang="ru-RU" sz="1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96999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B9BD0-8BAD-AB01-0D1D-266A8BCED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F7E1C4-B943-0D8E-0678-4437B335952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52CF3BE-433D-8865-A092-5C373A10FCD6}"/>
              </a:ext>
            </a:extLst>
          </p:cNvPr>
          <p:cNvSpPr txBox="1"/>
          <p:nvPr/>
        </p:nvSpPr>
        <p:spPr>
          <a:xfrm>
            <a:off x="391886" y="1448638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Целью квалификационного проекта является разработка веб-приложения "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", а также развитие профессиональных компетенций в командной и проектной деятельности.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1847AA-6764-EBFB-5130-F636496B164C}"/>
              </a:ext>
            </a:extLst>
          </p:cNvPr>
          <p:cNvSpPr txBox="1"/>
          <p:nvPr/>
        </p:nvSpPr>
        <p:spPr>
          <a:xfrm>
            <a:off x="391886" y="2897907"/>
            <a:ext cx="11505362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Задачи: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предметной области;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отчёта.</a:t>
            </a:r>
          </a:p>
        </p:txBody>
      </p:sp>
    </p:spTree>
    <p:extLst>
      <p:ext uri="{BB962C8B-B14F-4D97-AF65-F5344CB8AC3E}">
        <p14:creationId xmlns:p14="http://schemas.microsoft.com/office/powerpoint/2010/main" val="107834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D15F1-1764-133B-E90D-4868B932C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F65DBF-291A-942F-EDA1-3125D6CD4C3B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E645B-D62A-2BEE-802D-2F931DFD4F16}"/>
              </a:ext>
            </a:extLst>
          </p:cNvPr>
          <p:cNvSpPr txBox="1"/>
          <p:nvPr/>
        </p:nvSpPr>
        <p:spPr>
          <a:xfrm>
            <a:off x="391886" y="1448638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Целью квалификационного проекта является разработка веб-приложения "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", а также развитие профессиональных компетенций в командной и проектной деятельности.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5F87FC-3C57-5C56-B010-48E945A9C2A6}"/>
              </a:ext>
            </a:extLst>
          </p:cNvPr>
          <p:cNvSpPr txBox="1"/>
          <p:nvPr/>
        </p:nvSpPr>
        <p:spPr>
          <a:xfrm>
            <a:off x="391886" y="2897907"/>
            <a:ext cx="11505362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Задачи: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Анализ предметной области;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Проектирование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Администрирование ИС;</a:t>
            </a:r>
          </a:p>
          <a:p>
            <a:pPr marL="457200" indent="4500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Формирование отчёта.</a:t>
            </a:r>
          </a:p>
        </p:txBody>
      </p:sp>
    </p:spTree>
    <p:extLst>
      <p:ext uri="{BB962C8B-B14F-4D97-AF65-F5344CB8AC3E}">
        <p14:creationId xmlns:p14="http://schemas.microsoft.com/office/powerpoint/2010/main" val="2834900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50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C1A46-7E89-4EE1-88AD-E35EF878F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D560A2-5BB3-7464-E226-8F272252382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2B5762DD-2401-D164-5940-1828A7C824C2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0F616672-573A-202D-0B7A-602164C135A3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рисунок, диаграмма, зарисовка, шабл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9707A28B-B76F-2142-9F14-53AF377D4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654" y="827781"/>
            <a:ext cx="7693025" cy="5782462"/>
          </a:xfrm>
          <a:prstGeom prst="rect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35859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A2525-55AA-B623-AE42-B0AAD3F0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31C82E-AD2F-EF71-A2DB-B19F7FD01B0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вариантов использования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DC929256-CD24-CFD7-D44C-C359EFDB8C74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9611D60F-A211-A25F-B2BF-AB01850A5230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 descr="Изображение выглядит как рисунок, диаграмма, зарисовка, шабло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A92A3674-49E8-4C93-1B03-AB9905BF6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7654" y="827781"/>
            <a:ext cx="7693025" cy="5782462"/>
          </a:xfrm>
          <a:prstGeom prst="rect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1582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85C6B-F893-521D-4DEC-A5F139F1F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12712-FA13-EC47-7081-B7A47F0A974D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ER-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DBDC27FD-97E2-4056-AA05-9D657F6D74FB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99020020-BC3A-900F-00F5-149BB5E8818C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97B3EC-ECE2-6CD6-6A6E-7DA42ECFE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9275" y="965560"/>
            <a:ext cx="7669782" cy="5506904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13433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E242-E6E3-D2AA-FD29-DD7EA7C5B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83F280-E8C0-9F25-BA60-CF340C1257A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ER-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9C4F2AD9-0E1D-33FC-A171-B7808F74D67C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62AFDB3A-4A8E-30F1-7A75-031D29672240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0CB3AE4-A34D-EF4B-2F65-3B30D19948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29275" y="965560"/>
            <a:ext cx="7669782" cy="5506904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85360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F15A-2437-ADB2-C3C9-7BB7C508D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361CFD-8F29-EBD3-4FC8-4B565D52D615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Физическая модель БД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E4E7A953-DB24-1D15-FAED-0D63DCADEB2D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E78E89F9-6BCC-C982-6063-46A8E17A0524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DB150D5-9176-322F-9C56-E0068AF79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7654" y="965560"/>
            <a:ext cx="7693025" cy="5506904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09274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91DB-CC87-62CE-CC6C-8D6FC3A3C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8ED714-1677-8440-B144-D039339967D6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Физическая модель</a:t>
            </a:r>
            <a:r>
              <a:rPr lang="en-US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БД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18F7AD3E-1D0C-D7A9-7026-7A69D318EF29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7F280E27-5E2D-4355-60C4-51C76A441D28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97C3856-24CB-084A-2966-FCE4A50F78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17654" y="965560"/>
            <a:ext cx="7693025" cy="5506904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0543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DB581-7531-FDC0-1D56-C110E69F5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2E4701-587A-FA1E-5EE4-0D3EB2363FD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Гостя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DB74AAD3-EF02-3BCC-749B-2030DC83C457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85FBDA7C-EAA0-2DFB-9240-E7E173022DE5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EE5D246-6FF9-17DF-E58A-A5AB9E02E1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4668" y="827781"/>
            <a:ext cx="4778997" cy="578246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19231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9DA9-A073-3A26-FB60-8FA1656D3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8064B1F-5DF0-5F68-AF4A-78EB9E4D15C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Гостя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E63837F8-3656-3C44-44B9-BC09D791919C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D300E66D-CDA2-9026-2AB2-6C4D1E32FC33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1DF9E89-7F85-784D-D9A8-8299A3F89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74668" y="827781"/>
            <a:ext cx="4778997" cy="5782462"/>
          </a:xfrm>
          <a:prstGeom prst="rect">
            <a:avLst/>
          </a:prstGeom>
          <a:ln>
            <a:solidFill>
              <a:schemeClr val="accent5">
                <a:lumMod val="20000"/>
                <a:lumOff val="8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5765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3606D-03C4-9022-0311-3CC99921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B726D4-F106-811B-38D1-18AE905FF95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Пользователя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432D6D4C-DD6B-8BC2-FD8B-C08EA466606C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9A9DBD4D-F68A-B814-C754-A518931EEDBF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DAEB4E9-49AF-E1D3-A67C-51EB25B7DB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6501" y="827781"/>
            <a:ext cx="4415330" cy="57824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1911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6EEC-0333-156B-03FC-4F8102F6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8F1C54-E72B-F502-6F18-A1A52AB48DB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Пользователя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EEC5C607-5229-5E9B-4F00-9B0269ACB66E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37433A60-143C-ED9E-7804-CEA6C80F27D2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0A5B819-178B-5EBF-6C7D-96CBE66BF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56501" y="827781"/>
            <a:ext cx="4415330" cy="57824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5212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0E765-17DE-1D0C-F33C-DFADA8B0E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3802CC-5EF7-5C0B-EC0D-67719DE58E4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Администратора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3AA7D431-3592-036A-9CBC-19DEC8FAC9F5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EBE9CF4B-C57F-E37C-5DEA-D42DB65F3777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C08F50B-A1F1-A357-2AEF-F507BEFFA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492" y="827781"/>
            <a:ext cx="4935349" cy="57824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4671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2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154C-EBC4-6679-16F2-4CA15DB70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041BDC-8E5C-5C93-CE47-C65405DEBB6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последовательности для Администратора</a:t>
            </a:r>
          </a:p>
        </p:txBody>
      </p:sp>
      <p:sp>
        <p:nvSpPr>
          <p:cNvPr id="7" name="Месяц 6">
            <a:extLst>
              <a:ext uri="{FF2B5EF4-FFF2-40B4-BE49-F238E27FC236}">
                <a16:creationId xmlns:a16="http://schemas.microsoft.com/office/drawing/2014/main" id="{4FC367B1-D539-6915-5220-0B5295E97C06}"/>
              </a:ext>
            </a:extLst>
          </p:cNvPr>
          <p:cNvSpPr/>
          <p:nvPr/>
        </p:nvSpPr>
        <p:spPr>
          <a:xfrm rot="18900000">
            <a:off x="-872149" y="2241376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Месяц 7">
            <a:extLst>
              <a:ext uri="{FF2B5EF4-FFF2-40B4-BE49-F238E27FC236}">
                <a16:creationId xmlns:a16="http://schemas.microsoft.com/office/drawing/2014/main" id="{1652B124-EDDA-A98F-4960-22B53ED5666E}"/>
              </a:ext>
            </a:extLst>
          </p:cNvPr>
          <p:cNvSpPr/>
          <p:nvPr/>
        </p:nvSpPr>
        <p:spPr>
          <a:xfrm rot="2700000" flipH="1">
            <a:off x="8594121" y="2241378"/>
            <a:ext cx="4806361" cy="6073218"/>
          </a:xfrm>
          <a:prstGeom prst="moon">
            <a:avLst>
              <a:gd name="adj" fmla="val 856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F2DB902-C9F3-FDFE-73A8-3F565A985B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96492" y="827781"/>
            <a:ext cx="4935349" cy="578246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7651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32837-FFAF-0737-435E-7FA5211B3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A0F0322-E055-A9EF-3CD2-661CE96A5BB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регистрации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C62722-FABD-0C24-AA21-9632A445DDFE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9F429B72-01F3-D76A-30ED-66E4B8136E08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37C9D16-DA3C-DEEE-DB39-75C6145CB2BC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1039104-A90B-F720-2163-79A9D4BC0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5" cy="555194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1563A7E0-0842-BA0C-3A8C-11D7E554187C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7942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36851-7DA8-43CD-9FB9-6F68C1188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EE12DC0-7460-9A7D-0CB7-F05AB6BF623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регистрации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DE13C5-CC7A-D4DE-2075-678A66694B43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09481F9-C0FB-F8E9-E964-89CF7EF525DD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C32C991-0E44-E075-245C-72D5DD7AF462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75FE3C-A5BA-EE87-0CEC-CC33871A2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5" cy="555194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17B5B7B1-2F76-9D2A-C31D-0EC2EB12FC15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2491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9A7FB-7E1B-8B6D-58CF-13FFF917A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EB317F8-4034-8EEE-7DA7-9C34269A4E1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входа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44A7007-F8C1-54D7-4274-0CB669A9A2E6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16CC0DAC-7E94-E2AE-527C-51D744290A1B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96B3625-0857-157D-A9A4-ED760449EF4F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71B147C-1D4D-1583-562B-FE6FEBAAC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4" cy="555194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5C12A334-3C79-4276-9B16-D0E7B9DAB27F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841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69110-DE46-897A-3663-E613C83C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43A607-B28C-CB4D-CC17-4A2ACB28F65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входа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FD02D4C-C479-A151-BA4C-9EF6F401623C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3E47AC6C-6287-90C1-56DB-85C5E1EDF795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E65FEB7-52FA-9536-53FC-AEB3A207DAE0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7AA8BB-67F5-3875-FFAE-2369C0883A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4" cy="5551946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DEF87A70-906A-A710-FAB4-5DB05705FA58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8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6624F-FDC2-BEE5-35F7-26A9BA29D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5F4FE9-6E15-CBF4-2F9B-FC187B2EC7A9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профиля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EE0912-2069-C2E1-F825-191BF1357520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8E21280E-03FD-DFEC-C24E-F697F22D44F8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7A90C501-2B02-8BD6-130F-7183FAD0806D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729D268-6CAE-2D36-9A6C-89B9CEFAA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4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90198450-2DF3-8031-1529-E69AB2F54C02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2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716C3-E5CB-F753-7971-7CFB26DFD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C69110-F73D-7ACC-8644-1F3476616B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профиля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EBF6AEA-875E-26B3-46B8-4F57E9CF76DB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C8FE2F4-73F6-F53C-7FA4-AAE56FBA9D4C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F1E279D-4120-967D-EEF3-6D61A1344285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5E7A545-FF13-4CBD-6114-917D0C8A6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7" y="738322"/>
            <a:ext cx="7807424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BE05BCCC-3F83-AA24-5816-1E9632512F58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350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D19CC-3469-C3D3-73FF-2CC710A2D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C2DD7C7-2FE8-3DF1-0ECC-0D95C10CE62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главной страницы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658CD7-3137-60F7-873E-B3B0F869CC03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E5ACD87-3162-B453-6D0F-ECD762113770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5BABC16-4BFE-F477-F5B9-D4EFFA2421BB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FF0DDAE-89F9-696D-CC7E-21AAC7E81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1082" y="654565"/>
            <a:ext cx="3520509" cy="6014203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E85C0B4B-62A7-60A7-4677-73C8D3F7EF00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11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93A12-C74B-673F-0166-B0C9EEEEC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B37B1F-AD80-AC53-0EA0-8075A225C0C0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главной страницы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304C60D-1730-7BB2-ED24-355D7565D244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AB87AD78-06E3-99A6-8818-1B229F84DE68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E336C0A-8419-ED3B-6A5B-2B7FC5A0DBD2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EC33C00-8764-722B-6229-DE62A1F64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5840" y="657406"/>
            <a:ext cx="3520800" cy="601470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9DA38C35-4FEF-4E9B-157A-ED6BCD4B5484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50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F0774-30EE-EA7C-0580-896A93F6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FFF4A5-96DA-BEDA-D202-0D856C5E20AB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каталога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A7D59F2-4337-2709-16E3-4FEAB2D13234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6B130869-C100-3ABE-8F22-672798772D94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2B45F30F-B1DC-FB83-ED0B-AC9C1C059635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D68EFAC-039B-7481-94DF-97EC93C761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8" y="738322"/>
            <a:ext cx="7807422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B4712C0E-E7A1-2D2C-415C-D9E30129E2EF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822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58B3B-ED87-24B0-CABB-8EA1454BC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D086331-FB1A-36F7-0E40-15471BA9BD5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каталога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0CA9010-483F-CE01-5652-5CA47AC8B6C8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EFE56028-A73C-A0D4-1B5B-F5C3672D1611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1C55D74-30F6-C808-00A9-26A088BC85F5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AAD2E62-93B0-313C-B43D-0AEE65A86E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92288" y="738322"/>
            <a:ext cx="7807422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684071F5-74FC-279B-68BB-173FDA6A688D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5131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CB89-451A-273A-3C0F-989B61898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DC1FE-9101-04B7-556B-51CC5396448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оформления заказа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4F3D9B-56C4-D88E-50C3-7273A0DFE267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D3DFF226-61E3-EDDF-F505-7654901862A5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565AE13-4CA5-34BA-5597-FE77DD82F52C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4D08AC-A4C0-2630-E02A-832621BB20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630" y="738322"/>
            <a:ext cx="6612738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68885AC1-9C65-B017-914C-2F22458AE368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9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EF57B-4C6D-861D-4879-880710B8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927506-30CA-E07E-C5AB-82EF74A58A6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оформления заказа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A82869B-2E19-0DFB-2520-B43FF917598F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F8DA76DD-701A-4191-9B21-2C1F55F993F9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1E9468A2-DEA6-8B70-CDD7-D877DD64F3DC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4F8C406-CE29-499D-64AC-51B351E851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630" y="738322"/>
            <a:ext cx="6612738" cy="555194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96FAC372-E4ED-158F-B078-2480DA37AF1B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56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42F8-C3FF-2C01-1E5F-3B2AAD52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1731594-4392-900D-9B79-366ACE9159A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оплаты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B64E74F-B770-25B5-C414-39D82B76820A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4C23003F-E082-9C9D-5DFB-8BF72B253144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DA1762CE-1E06-BC68-62F4-031F3309DDD2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488A6B-BA11-4AD1-D329-ABE9B1F87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630" y="1163099"/>
            <a:ext cx="6612738" cy="47023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E0D6F406-88D6-08F6-BDB1-77DECE42CA15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2422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CEAA-EA40-52D4-8B4D-CFC5644C5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5FF9C3-373F-0761-FCEC-2354EDD885FE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Макет страницы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оплаты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D6AD8C4-2561-4F08-894D-8FD596CB666C}"/>
              </a:ext>
            </a:extLst>
          </p:cNvPr>
          <p:cNvSpPr/>
          <p:nvPr/>
        </p:nvSpPr>
        <p:spPr>
          <a:xfrm>
            <a:off x="180870" y="4160017"/>
            <a:ext cx="2542233" cy="2522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B7301029-CCA3-8256-B79F-0DA075D59695}"/>
              </a:ext>
            </a:extLst>
          </p:cNvPr>
          <p:cNvSpPr/>
          <p:nvPr/>
        </p:nvSpPr>
        <p:spPr>
          <a:xfrm>
            <a:off x="10651253" y="3514295"/>
            <a:ext cx="967270" cy="9672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B9983243-5BED-19FF-5D40-C2605C4888A1}"/>
              </a:ext>
            </a:extLst>
          </p:cNvPr>
          <p:cNvSpPr/>
          <p:nvPr/>
        </p:nvSpPr>
        <p:spPr>
          <a:xfrm>
            <a:off x="1451986" y="346436"/>
            <a:ext cx="1753438" cy="175343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563FADD7-96C2-BECE-CBFC-3F76F8CB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9630" y="1163099"/>
            <a:ext cx="6612738" cy="47023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9" name="Арка 8">
            <a:extLst>
              <a:ext uri="{FF2B5EF4-FFF2-40B4-BE49-F238E27FC236}">
                <a16:creationId xmlns:a16="http://schemas.microsoft.com/office/drawing/2014/main" id="{5279696C-3A7F-8A57-B7A1-79E2A58BCE5F}"/>
              </a:ext>
            </a:extLst>
          </p:cNvPr>
          <p:cNvSpPr/>
          <p:nvPr/>
        </p:nvSpPr>
        <p:spPr>
          <a:xfrm rot="18673496">
            <a:off x="11734800" y="-110765"/>
            <a:ext cx="914400" cy="914400"/>
          </a:xfrm>
          <a:prstGeom prst="blockArc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25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001F5-8AAC-1256-94FB-F3A666567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816517-C0B2-7F9E-8629-90A9C28905A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регистрации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EB33C6B4-0D14-D52B-0E4B-6C8D0C9847C4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5CD03CF5-95D8-32DA-52EE-1694604FA7F4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38F93440-0894-3BEE-CB9F-DDFFE7F3F740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066B4AC3-313B-C524-46E8-965E053AE2B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3CE29FC-FDC8-F8E2-07E9-0E354C560E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0" y="1000449"/>
            <a:ext cx="8938119" cy="502769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1E5F322A-02D2-7C3D-B18C-4F55F1BD13F2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029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E39E-B23A-4633-9D3D-37B4EDAE4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DC3871-27C6-FB14-2CDA-C5322AC47DA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регистрации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D75CB4D6-A868-01B1-7AFF-DA20F7973193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8AA893E9-9F46-C425-BF39-A3FC3213A713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A3100C8E-4202-758B-56D2-ABE13361811E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CAC89FBD-CEE7-04F2-2189-A217E8105996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EC45690-12A0-96DA-9FDA-A1205F28C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0" y="1000449"/>
            <a:ext cx="8938119" cy="5027692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1321704B-EC1B-2C97-77BE-BEEE299F2E70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952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82E1B-7026-5671-E0BA-6C772E66B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ACD4CE-7A19-64D2-9DFB-EEFAAD1EB74E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входа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90A7E766-2DE3-8A75-16EA-C572C4A495A5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CA72152E-48EE-290F-8F9E-BA92FC70BBFA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FCB91E14-2B27-D44F-B837-1249F331E240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6F58685D-CD84-E55D-B9EF-894E2F0D002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D39971E-5F76-3EAF-6FCB-451E0FCD4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0" y="1000449"/>
            <a:ext cx="8938119" cy="50276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EE014407-B942-DEF7-F05A-3169E619B7DD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0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F961-B019-94DC-ABCA-8811D2E63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AB7702-BF3B-43B9-DBB7-8011782EFFC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входа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0A75F5D6-9E6C-CEAA-2268-D7F8E6B85813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89A410C4-087A-5C2E-19AB-7313666BFA7E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F7D64851-4CE9-F517-113C-70214ACCA696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D553015B-8368-577A-179D-658E1BB28BAB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4CDEE8C-5D37-6A2A-4F62-7AD935448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0" y="1000449"/>
            <a:ext cx="8938119" cy="50276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B635C13E-9ECB-5CD3-5B58-9C4D12FB2C19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07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22191-2B4D-B51C-996C-2BF576F0C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65D1CF-B2E8-A4CD-54EC-DE75AD931FD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профиля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56EC74D2-7D4B-8E16-0EE2-28FA1124FB9D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78A7EC8C-B931-7F4E-BDCC-95989E5DDEEE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F8CB12D4-855D-DC76-BB79-8901B810D1A0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A3651808-EDED-6F34-8388-ABE5CC4E4412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C4DC546-70CD-AA4B-A7B6-ED0BB0682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000449"/>
            <a:ext cx="8938117" cy="50276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5AABB894-075B-2737-D2DD-8E3E282F3A77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083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2975B-CAEC-EAA5-B035-0BE048CCB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9363A5-B9BD-0F64-6823-B0FF129D7417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</a:t>
            </a:r>
            <a:r>
              <a:rPr lang="en-US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профиля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4A42793E-C7A5-55C4-3523-D4F7A2E59FE0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A79D76A1-58A2-640E-17F5-8424B217425A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F817BA4C-9FF5-69B2-E35E-BD0A108E0FEC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66F7458D-E976-EF9C-934B-28F858199C4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B82C35C-A5B2-D7B6-68A3-641005EA54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000449"/>
            <a:ext cx="8938117" cy="5027691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29ED016B-C68C-A013-86FE-D61FC2B62F33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01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4ED0-C5C6-ACAF-C5BC-CB2FE55F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5D33E8-3AD8-76E6-CDB5-1B172D6C708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главной страницы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56099E08-9D53-4BF7-0705-52E68FB3C5C1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0F287189-FB0F-7B7E-F0ED-4F0E94360666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3C20CD43-E67A-BFE8-620C-78BA1877BED7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2684111A-39A8-FAC7-AFCA-1BEAA06FC336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AAD529E-4F04-F79C-0123-37E419BAEA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7343" y="686032"/>
            <a:ext cx="2683141" cy="603631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85ADA5CC-D180-91CB-C2BC-B2E40F68F9FF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5958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8C002-ABDF-CDAB-A4DE-7ABE36A07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87B5F9-8B58-8684-00CA-B32FD1F6B683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главной страницы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C3CB801C-28A6-F4AA-A00C-479816F1F391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8DFD1D94-95C6-9C26-717C-641397D6368C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B5F95444-478E-0B0C-9573-D6FB470AB37E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98EE80F1-2458-B88B-04D3-5700D3993C8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E9D487C-5EFA-F4C9-109A-550649A04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67343" y="686032"/>
            <a:ext cx="2683141" cy="6036315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0404FACE-378E-F1D0-9DDB-9944304ACDFC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4037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ADB72-0559-72ED-A045-92EF9E7E9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2E05B8-E512-030A-C4E5-3416F93DE006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страницы каталога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9E93FB6B-CEB8-32A5-1797-7D6C95B192AF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8AAC9267-4AA2-D69F-CAC7-C2ABD14C1402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FEAC8476-2638-A81F-1F0F-EC7BAE88FAA5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F3FE371D-358D-90E6-3DC5-5F59EFCBDA31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472F8D-7DD9-2D53-AC5A-02198B022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372871"/>
            <a:ext cx="8938117" cy="428284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9D93DA2A-922B-BCBF-0CBF-937A77970975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310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9FAC-4B56-9152-6FF7-CE9F2A16F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BE98E0-1514-13F2-4172-1CDE053D76B2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 каталога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BF9F18C4-4B10-F1D5-76A5-295190BA1991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E9E06156-7BBB-63C2-C114-D80DA309E7BE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DB52122D-26FC-44B2-CC79-77029CF30A8A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6491C536-F5D5-3BBD-48AC-5D59E20E105D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A2481FF-19AD-B35E-F97F-5141607FF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372871"/>
            <a:ext cx="8938117" cy="4282847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99497C95-E5B3-8C09-2899-3BFB40455410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1097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29655-7961-933E-1799-C5731D89F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282162-3B98-272B-72B8-25759293668D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 оформления заказа</a:t>
            </a: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295C5DD8-358F-C5B0-C357-1CD2186A4235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74607662-E25F-0D0E-7DB2-AF3C0420D999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DA6B145F-66DB-E5E7-B720-437C795B6BD9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A441C035-69AA-25F5-C563-2313FE96D322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3F210F1-F7C5-9F6B-C321-254F1DB69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000449"/>
            <a:ext cx="8938117" cy="50276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F8A0354C-3B07-87FD-7DC5-CB613E9BFC57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038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8D804-01F3-003D-0FA0-1488F7E87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AB35CE-64C8-4AB5-89FD-99AC9A999858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ы оформления заказа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ADC24B6C-0479-D278-A6C2-0F93D22CDC93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7A64557F-8B4D-F335-466B-473AAC2273EE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9A699929-FBDB-4B08-14C0-861D5C9EFC7E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FD7AFCF5-C72A-B7B2-3E68-DD46CCC01CEC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771672C5-5689-7BEC-FFF0-6E082AA8E4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1" y="1000449"/>
            <a:ext cx="8938117" cy="50276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031840BE-8295-D966-AB5E-0A3DFF53B78E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282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5303-A095-4B8B-4639-46983EC2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FA04CD-EDB3-458E-1ACE-3978D5AA2BB5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страницы 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оплаты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43BA9000-DE3B-6545-25FD-56D080D987C7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F8FAEDCF-8F37-6B9B-6E09-561386EDB23B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B96DC75D-D289-5592-7074-4C9A51538E33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6AB6015B-5E88-F1FD-0C6A-7123222452DA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B836E62-AB37-F06C-E62D-0CF5AC764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2" y="1000449"/>
            <a:ext cx="8938115" cy="50276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726AE69D-261B-E356-E97E-B38A4388CAB3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890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B076E-1B88-9888-3622-FDC21893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614544-191F-6373-66BB-B539FDE49F7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Дизайн страниц</a:t>
            </a:r>
            <a:r>
              <a:rPr lang="ru-RU" sz="3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ы оплаты</a:t>
            </a:r>
            <a:endParaRPr lang="ru-RU" sz="3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Равнобедренный треугольник 3">
            <a:extLst>
              <a:ext uri="{FF2B5EF4-FFF2-40B4-BE49-F238E27FC236}">
                <a16:creationId xmlns:a16="http://schemas.microsoft.com/office/drawing/2014/main" id="{71AFAAAB-5131-970E-2234-C082854792E9}"/>
              </a:ext>
            </a:extLst>
          </p:cNvPr>
          <p:cNvSpPr/>
          <p:nvPr/>
        </p:nvSpPr>
        <p:spPr>
          <a:xfrm>
            <a:off x="663191" y="584775"/>
            <a:ext cx="1577591" cy="1359992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: усеченные верхние углы 10">
            <a:extLst>
              <a:ext uri="{FF2B5EF4-FFF2-40B4-BE49-F238E27FC236}">
                <a16:creationId xmlns:a16="http://schemas.microsoft.com/office/drawing/2014/main" id="{07DD7671-E873-E242-4EF6-A0408CC8A706}"/>
              </a:ext>
            </a:extLst>
          </p:cNvPr>
          <p:cNvSpPr/>
          <p:nvPr/>
        </p:nvSpPr>
        <p:spPr>
          <a:xfrm>
            <a:off x="893410" y="5198921"/>
            <a:ext cx="1467059" cy="1074304"/>
          </a:xfrm>
          <a:prstGeom prst="snip2Same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усеченные противолежащие углы 11">
            <a:extLst>
              <a:ext uri="{FF2B5EF4-FFF2-40B4-BE49-F238E27FC236}">
                <a16:creationId xmlns:a16="http://schemas.microsoft.com/office/drawing/2014/main" id="{D52003B0-3BED-A181-9557-CCEEF38C1659}"/>
              </a:ext>
            </a:extLst>
          </p:cNvPr>
          <p:cNvSpPr/>
          <p:nvPr/>
        </p:nvSpPr>
        <p:spPr>
          <a:xfrm>
            <a:off x="10862268" y="207614"/>
            <a:ext cx="1155560" cy="792835"/>
          </a:xfrm>
          <a:prstGeom prst="snip2Diag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8" name="Соединитель: изогнутый 17">
            <a:extLst>
              <a:ext uri="{FF2B5EF4-FFF2-40B4-BE49-F238E27FC236}">
                <a16:creationId xmlns:a16="http://schemas.microsoft.com/office/drawing/2014/main" id="{9F3943D4-A1DC-C0F2-A5B5-24415F35D9B8}"/>
              </a:ext>
            </a:extLst>
          </p:cNvPr>
          <p:cNvCxnSpPr>
            <a:cxnSpLocks/>
          </p:cNvCxnSpPr>
          <p:nvPr/>
        </p:nvCxnSpPr>
        <p:spPr>
          <a:xfrm>
            <a:off x="0" y="0"/>
            <a:ext cx="12017828" cy="6722347"/>
          </a:xfrm>
          <a:prstGeom prst="curvedConnector3">
            <a:avLst>
              <a:gd name="adj1" fmla="val 50000"/>
            </a:avLst>
          </a:prstGeom>
          <a:ln w="76200">
            <a:solidFill>
              <a:srgbClr val="00C85A"/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06EB2DB-E66E-D281-0B08-9A41BC724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26942" y="1000449"/>
            <a:ext cx="8938115" cy="5027690"/>
          </a:xfrm>
          <a:prstGeom prst="rect">
            <a:avLst/>
          </a:prstGeom>
          <a:ln>
            <a:solidFill>
              <a:schemeClr val="bg2">
                <a:lumMod val="90000"/>
              </a:schemeClr>
            </a:solidFill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A39EBE69-CCA1-8B33-F7DA-28971F123C44}"/>
              </a:ext>
            </a:extLst>
          </p:cNvPr>
          <p:cNvSpPr/>
          <p:nvPr/>
        </p:nvSpPr>
        <p:spPr>
          <a:xfrm>
            <a:off x="11143622" y="5817996"/>
            <a:ext cx="1155560" cy="115556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382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42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2" grpId="0" animBg="1"/>
      <p:bldP spid="8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4EC56-D184-948E-2A6B-C50992984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A336A9-63F0-3D22-15B0-C3322305B2D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(Граф программы)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2EBCB-E6F8-2CC8-F0E0-1FBB66750EBA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Первым шагом в тестирование моего веб-приложения стало построение графа программы для отображения структуры и взаимосвязи между основными компонентами программного кода.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CB3959-AA4A-1720-196B-337AC95630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0420" y="2248520"/>
            <a:ext cx="8151159" cy="4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05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04525-B035-8A1D-BB8F-0964C6C71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211F056-D5C7-337C-50A2-065C3F37F6AB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(Граф программы)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6C30E4-2B8B-0335-3B9F-7F33B74CD54A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Первым шагом в тестирование моего веб-приложения стало построение графа программы для отображения структуры и взаимосвязи между основными компонентами программного кода.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E4DF4A8-548B-EE2C-1F59-33F8BAF69E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20420" y="2248520"/>
            <a:ext cx="8151159" cy="4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1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4930D-D088-C2D8-1E1F-DFF8EB5E1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085899-20A0-58F0-27E0-C7283383A819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AccountController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6B00A-1915-2EFE-D13B-5AF33281B7DC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для 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AccountController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проверили: смену пароля (корректный/неверный ввод), вход/выход, регистрацию (успешная и с существующим 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email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D0A6B97-1BEA-234D-8498-B4E153692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248520"/>
            <a:ext cx="5786958" cy="4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281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91515-0985-6CFB-9B70-AF9CB0806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A3943D7-D458-5B27-982B-01CC07FD7A46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AccountController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F7144A-AD22-8283-E3BB-A412B524A5FF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для 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AccountController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проверили: смену пароля (корректный/неверный ввод), вход/выход, регистрацию (успешная и с существующим </a:t>
            </a:r>
            <a:r>
              <a:rPr lang="ru-RU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email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).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EA6E81-32E9-AACB-064B-6515CFDD4C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248520"/>
            <a:ext cx="5786958" cy="409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44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0DE8B-1280-7053-65F2-D13005F53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FC2FC4-0227-3107-2C18-E293AE40508F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HomeController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68D9F5-E46D-58C1-F739-82BAAF5A444C}"/>
              </a:ext>
            </a:extLst>
          </p:cNvPr>
          <p:cNvSpPr txBox="1"/>
          <p:nvPr/>
        </p:nvSpPr>
        <p:spPr>
          <a:xfrm>
            <a:off x="343319" y="707886"/>
            <a:ext cx="1150536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обрабатывают неверный ID, вывод ошибки, FAQ и главной страницы.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821B19F-AB14-5265-EF68-F0CD8A24D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693656"/>
            <a:ext cx="5786958" cy="32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18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BF21C-F5A1-3F55-09C4-89EA9B87A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482E4C-02E7-873C-02F1-D34BA521CAE8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HomeController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945E089-C1F1-DDE5-A2A3-CA5764C797C3}"/>
              </a:ext>
            </a:extLst>
          </p:cNvPr>
          <p:cNvSpPr txBox="1"/>
          <p:nvPr/>
        </p:nvSpPr>
        <p:spPr>
          <a:xfrm>
            <a:off x="343319" y="707886"/>
            <a:ext cx="1150536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обрабатывают неверный ID, вывод ошибки, FAQ и главной страницы.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D183C9F-A6B7-5F25-35F4-BEC22E0D7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693656"/>
            <a:ext cx="5786958" cy="320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058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C2365-8B01-80B3-7B94-EEF6EEFB9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76D78C-37C3-5488-E7B3-A256D0A2819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OrderController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6BD6EE-282F-F265-9989-979D480A75EA}"/>
              </a:ext>
            </a:extLst>
          </p:cNvPr>
          <p:cNvSpPr txBox="1"/>
          <p:nvPr/>
        </p:nvSpPr>
        <p:spPr>
          <a:xfrm>
            <a:off x="343319" y="707886"/>
            <a:ext cx="1150536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проверяют различные методы контроллера, включая добавление и удаление книг из заказа, создание заказа и обработку ошибок.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2A8AE5C-48D1-AB0A-97FE-C46454F3B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482579"/>
            <a:ext cx="5786958" cy="36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68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22401-FE31-55AA-7869-D8D3E625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C558E1-9895-4FD9-F0E6-83CF1797FCD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Модульное тестирование (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OrderController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70A05E-09F4-CEFF-71BC-1CB1B5D9A7A1}"/>
              </a:ext>
            </a:extLst>
          </p:cNvPr>
          <p:cNvSpPr txBox="1"/>
          <p:nvPr/>
        </p:nvSpPr>
        <p:spPr>
          <a:xfrm>
            <a:off x="343319" y="707886"/>
            <a:ext cx="11505362" cy="867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Тесты проверяют различные методы контроллера, включая добавление и удаление книг из заказа, создание заказа и обработку ошибок.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737E1C7-D9CD-D799-9E21-81A6578AEF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2520" y="2482579"/>
            <a:ext cx="5786958" cy="362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869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40F-FE1C-A7C8-177B-C63DB9073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BEB48F-FCE6-A23E-642B-5DD1147C5715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(Системное – нагрузочное)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3FD61B-7027-0392-BC9C-E80A7474DB11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Последним этапом тестирования было системное, а именно нагрузочное. Оно  показывает скорость работы веб-приложения при нагруженном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CPU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оперативной памяти.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AD1D051-3D74-F810-AB12-AEAD82FEC5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99"/>
          <a:stretch/>
        </p:blipFill>
        <p:spPr>
          <a:xfrm>
            <a:off x="1579807" y="2228425"/>
            <a:ext cx="9032385" cy="436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06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776CF-C480-1E55-D30E-522F7BA21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6D2B70-563B-54CB-BFBD-083CDB513D58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Тестирование (Системное – нагрузочное)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DF7C76-964C-46AD-0EE2-B5F016A61F28}"/>
              </a:ext>
            </a:extLst>
          </p:cNvPr>
          <p:cNvSpPr txBox="1"/>
          <p:nvPr/>
        </p:nvSpPr>
        <p:spPr>
          <a:xfrm>
            <a:off x="343319" y="707886"/>
            <a:ext cx="11505362" cy="1255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Последним этапом тестирования было системное, а именно нагрузочное. Оно  показывает скорость работы веб-приложения при нагруженном 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CPU </a:t>
            </a: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 оперативной памяти.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7203E47-E67A-5B0A-FA5A-36FBF12B6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99"/>
          <a:stretch/>
        </p:blipFill>
        <p:spPr>
          <a:xfrm>
            <a:off x="1579807" y="2228425"/>
            <a:ext cx="9032385" cy="436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04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CEA00-B987-E076-0513-6FF991CF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5A997C8-91AA-D6DF-0684-95356D8E497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EC1590-3717-ED4F-1E93-AD7F18FECFD9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D5FDCCA-A254-0C9E-2F8A-45AAD67DE4A7}"/>
              </a:ext>
            </a:extLst>
          </p:cNvPr>
          <p:cNvGrpSpPr/>
          <p:nvPr/>
        </p:nvGrpSpPr>
        <p:grpSpPr>
          <a:xfrm>
            <a:off x="564381" y="1183193"/>
            <a:ext cx="4849834" cy="4966921"/>
            <a:chOff x="564381" y="1183193"/>
            <a:chExt cx="4849834" cy="4966921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52642A43-AB08-DCCB-3578-02B39C7D4D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" b="-284"/>
            <a:stretch/>
          </p:blipFill>
          <p:spPr>
            <a:xfrm>
              <a:off x="564381" y="1183193"/>
              <a:ext cx="4849834" cy="449161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8F0CDFD-BBAF-865D-ADA5-BBB260C9B2F9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Пустая форма регистрации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84EC27F-1137-1E08-6CBB-2EF930E56652}"/>
              </a:ext>
            </a:extLst>
          </p:cNvPr>
          <p:cNvGrpSpPr/>
          <p:nvPr/>
        </p:nvGrpSpPr>
        <p:grpSpPr>
          <a:xfrm>
            <a:off x="6777785" y="894303"/>
            <a:ext cx="4849834" cy="5549525"/>
            <a:chOff x="564381" y="894303"/>
            <a:chExt cx="484983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4D949731-D880-EEE3-D17E-B5CBA66AB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8" b="60"/>
            <a:stretch/>
          </p:blipFill>
          <p:spPr>
            <a:xfrm>
              <a:off x="564381" y="894303"/>
              <a:ext cx="4849834" cy="50744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EED1C4-65C0-CDE7-E9B4-B758915D6CDA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83234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42942-BF80-831B-6E3B-8F760796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7F0E55-0F8B-CBBC-B237-C102B7FA6F48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BD8A9A-ED4F-2E51-9FB4-12F19F3C4679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627AFDD4-00D7-4EB7-60EF-160F36EE3042}"/>
              </a:ext>
            </a:extLst>
          </p:cNvPr>
          <p:cNvGrpSpPr/>
          <p:nvPr/>
        </p:nvGrpSpPr>
        <p:grpSpPr>
          <a:xfrm>
            <a:off x="564381" y="1183193"/>
            <a:ext cx="4849834" cy="4966921"/>
            <a:chOff x="564381" y="1183193"/>
            <a:chExt cx="4849834" cy="4966921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8DDA1F7A-B069-CA68-8B75-83DEEAFD13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95" b="-284"/>
            <a:stretch/>
          </p:blipFill>
          <p:spPr>
            <a:xfrm>
              <a:off x="564381" y="1183193"/>
              <a:ext cx="4849834" cy="4491614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ECC6955-3D01-64A9-C948-08E626827563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Пустая форма регистрации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D9E1588-5AE2-8D8F-3588-94874D148B29}"/>
              </a:ext>
            </a:extLst>
          </p:cNvPr>
          <p:cNvGrpSpPr/>
          <p:nvPr/>
        </p:nvGrpSpPr>
        <p:grpSpPr>
          <a:xfrm>
            <a:off x="6777785" y="894303"/>
            <a:ext cx="4849834" cy="5549525"/>
            <a:chOff x="564381" y="894303"/>
            <a:chExt cx="484983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CFB0FA24-8559-962B-CB83-74982EA61B0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8" b="60"/>
            <a:stretch/>
          </p:blipFill>
          <p:spPr>
            <a:xfrm>
              <a:off x="564381" y="894303"/>
              <a:ext cx="4849834" cy="5074418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429CEA2-D38E-BC0B-2B8B-4F2C3491D890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6585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3D06-DA6E-5AD8-89B6-8CF4C5FBC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62AF21-A5C1-76AD-DF49-DBA968373444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476314-D178-5959-144C-7FB76EB8E11E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93DB8663-F674-77D7-EDB0-ABBF89E74E89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D072F69-1599-7CC9-2D91-7EC67BBB6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-431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DBF028B-56F2-0169-0BF5-E55A65039426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заполненная почта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8C69DAA-FF27-757A-42D5-42EBF33FD65E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CD8C9025-A12A-D6CE-7D1C-B84B0E00F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84" t="-1" r="53" b="99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DAD1EC9-9304-2411-BA99-0BC91AA589B1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283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CF72-EBE8-E241-736E-404A25C94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3FD1F06-3127-62A5-5627-623AFA04A60F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0A9A27-5ADB-64F3-E426-C235A4E57AD1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929B97F-2F07-EE8F-C1DB-24303C594AF1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5706E85E-7A66-DECB-4A1F-2F22F71DE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-431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D96C0EA-84C0-6127-58EA-1D57851FBE8A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заполненная почта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A806445-5570-0349-5A62-90DA513F2C79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063353C1-46E5-79BC-B893-00C65739A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84" t="-1" r="53" b="99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77F133B-F16A-4F9F-D3BB-C25DF6A75B58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33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9355A-AD23-AC38-F1D8-29FD804B7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5E527C-7FBE-1935-2CE2-3E5FC44B09DD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65F6CA-30BF-F697-362E-09B87184DFBC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AE3D838C-91B8-2141-D9EE-6779A4F4C5FE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6CBAB5C6-019A-3B79-E34F-D4F8B2506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E6562F-614F-B6AF-529A-2236949E76B2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заполненный пароль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8AE9A25-10C9-E0EE-86BF-2D3E9BE3803A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A98D74DF-AD58-0772-9143-2FC07BBFFC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26" b="1426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0D9E550-7D42-EDDE-2471-435D553C70B7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5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49DF-C6A8-9F3F-C81B-4AA92BE5E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0DF707-BB02-E3AD-4F81-7080AEF0C86C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49DB4C-703A-6B0D-D6C4-F5C97134E478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D34C3255-10D6-F25E-3622-4D21D0FCF3A6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4A4DF49A-3C91-F4BD-E652-C74EAC442D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" r="100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E29F070-A70B-C722-EFBB-1ACC57764D3E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заполненный пароль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DCE2E2A3-8033-CF84-4DE1-10A424CAF881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1A626B84-F48E-88D0-072F-CBF342E72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26" b="1426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FDF376-AE0D-06CA-6604-B28F09334A42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107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8A8D6-A16B-25AE-1DDF-D2962A51E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05601A-E513-B45C-9FCB-F77E3FE32C5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554123-9F53-3E46-C3DD-2CEC63DA09C5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07C1E24F-EB1A-5B17-C571-D88E94CA22ED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6D501F27-0DCB-64F4-4FF0-C8B302599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" b="116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E8BF35-7712-5F3F-A0C5-AA1736964B06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заполненный подтвердите пароль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A528E45-86A5-428E-1666-09A4927C8420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BCBDA7C-AC59-82D5-0DA5-9EB470938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" b="111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7FF596-7CA5-337D-B7E5-4F8AD3E27F76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37390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DEBC9-E74A-9813-F541-A6A482E68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366694-ABC3-0788-B320-DF4BD4092A8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D3DFE3-0D4F-D8E3-1A78-0452E1C43513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8C1FBEC0-5E70-F2AE-314A-CA5408288926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E138F3D-A263-88E7-6126-881007B894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6" b="116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3928248-FA61-B16F-9EC6-B203FC65D12A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заполненный подтвердите пароль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166B0509-F61E-33EF-02AE-FE843332C403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52C1BCF-003A-9330-C090-721B552639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" b="111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9E0D41-B569-E5EF-35F6-3CA763587BE4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9862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05860-5C57-B729-E9C8-1EAC94751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BA36B34-094A-5101-B8B1-E1AD15A79DED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CD5F87-4544-CC03-7284-760DB84B0023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D7EB6C06-4C3D-DEF1-7899-445065312C15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4678CACF-E6D5-835C-0B17-497A46F061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" b="28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988D238-3595-4486-C724-839AEAA8D05D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Короткий </a:t>
              </a: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пароль</a:t>
              </a:r>
              <a:b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Например: 123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F21512E-AF3F-79D3-334A-6D7034FCDA91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FB4E570C-4571-1FDE-13E6-E0F4C1FEF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" r="121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6F94933-C9C6-4D5C-ECF9-46011E219163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8561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A57F2-E051-AD59-D1C8-9A78FF83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0BD1D2-1442-8133-06B9-4E1700BE8E71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99C9B9-2FB6-F902-B0DB-79FC25A96E33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EF9C941-4BFB-0E3E-EBDC-D8F00137E806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E6A100BD-541B-8F30-EE0A-3F5B534918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" b="28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B2D8BE-3B6A-11AE-E7D1-6FA435C0FAD2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Короткий </a:t>
              </a: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пароль</a:t>
              </a:r>
              <a:b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</a:b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Например: 123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D749BEF-9E18-0B47-4527-C8076AEF59E4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96E0D22-F68B-1C86-5E56-D9BEB37A96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1" r="121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36D8F6-B577-37A8-ACAC-579A8B98B3EE}"/>
                </a:ext>
              </a:extLst>
            </p:cNvPr>
            <p:cNvSpPr txBox="1"/>
            <p:nvPr/>
          </p:nvSpPr>
          <p:spPr>
            <a:xfrm>
              <a:off x="824715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Попытка отправить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5465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5F74A-C230-6BA8-06AA-28940BD8C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BDE5E9-1030-E086-78FA-99EF8720E86D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9FFAC25-7F24-7785-7F89-60A09B6D1289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CD44C21-F163-A465-F05D-79C5BD6C9E9B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78072A9-0E96-DB7B-6C15-EE9B99A82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" r="46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47DEA75-2678-5A19-F835-3C3286B8DF4E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Создание аккаунта который уже есть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20BE5C4C-6BC4-7588-191F-A33B3300F164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54B9AAFE-C06C-B38E-059B-0D2366EB13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8" b="1018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123D8E-8280-9D93-08C9-AF3C57F2FA48}"/>
                </a:ext>
              </a:extLst>
            </p:cNvPr>
            <p:cNvSpPr txBox="1"/>
            <p:nvPr/>
          </p:nvSpPr>
          <p:spPr>
            <a:xfrm>
              <a:off x="824716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Сообщение об ошибке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07591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DF2B3-5620-76CF-7DD6-63A438512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5306B99-8D8E-4628-CFE7-2E5AC54D1A79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349102-494C-5E49-1521-93F9020F9376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4A98B6D-9C83-2104-86D3-6AD8C5CE11BE}"/>
              </a:ext>
            </a:extLst>
          </p:cNvPr>
          <p:cNvGrpSpPr/>
          <p:nvPr/>
        </p:nvGrpSpPr>
        <p:grpSpPr>
          <a:xfrm>
            <a:off x="564381" y="1041099"/>
            <a:ext cx="4849834" cy="5550462"/>
            <a:chOff x="564382" y="987451"/>
            <a:chExt cx="4849834" cy="5550462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ACFA9BBF-9833-F10D-FEAE-683F04AB05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" r="46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FD69AEB6-4801-5672-2C49-F7B0582D7001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Создание аккаунта который уже есть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1DDDC0D-A00E-4025-3878-5F95E75FC4AD}"/>
              </a:ext>
            </a:extLst>
          </p:cNvPr>
          <p:cNvGrpSpPr/>
          <p:nvPr/>
        </p:nvGrpSpPr>
        <p:grpSpPr>
          <a:xfrm>
            <a:off x="6672106" y="894303"/>
            <a:ext cx="5034224" cy="5549525"/>
            <a:chOff x="458702" y="894303"/>
            <a:chExt cx="5034224" cy="5549525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28C32716-35E1-532F-1855-565B506D8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8" b="1018"/>
            <a:stretch/>
          </p:blipFill>
          <p:spPr>
            <a:xfrm>
              <a:off x="458702" y="894303"/>
              <a:ext cx="5034224" cy="506939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87A293B-B4FA-A003-3BAE-EA498E7F6DF1}"/>
                </a:ext>
              </a:extLst>
            </p:cNvPr>
            <p:cNvSpPr txBox="1"/>
            <p:nvPr/>
          </p:nvSpPr>
          <p:spPr>
            <a:xfrm>
              <a:off x="824716" y="5963697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Сообщение об ошибке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4087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0ABFE-53FB-A1EA-71B0-17BA4E34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3EEBDBF-2B8A-BA3C-67D7-8C5B11E52658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439F4-F16E-D064-D684-540427304F93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D5DAC4A-9E69-FD1E-6490-88710EDDAABB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71AFA88C-A05D-F9BC-E208-6E8DE06A6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" r="661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5E1530-1F4B-6BC4-AD4F-2B052A749259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Валидные данные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67A306F-163A-304B-C425-5E25D6104D17}"/>
              </a:ext>
            </a:extLst>
          </p:cNvPr>
          <p:cNvGrpSpPr/>
          <p:nvPr/>
        </p:nvGrpSpPr>
        <p:grpSpPr>
          <a:xfrm>
            <a:off x="6337738" y="1895903"/>
            <a:ext cx="5402318" cy="3308354"/>
            <a:chOff x="124334" y="1895903"/>
            <a:chExt cx="5402318" cy="330835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77FE66D-1674-66BA-06E4-CE0C826CD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46" r="150"/>
            <a:stretch/>
          </p:blipFill>
          <p:spPr>
            <a:xfrm>
              <a:off x="124334" y="1895903"/>
              <a:ext cx="5402318" cy="26004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CF20D98-857F-D14C-F9B8-EA5421786065}"/>
                </a:ext>
              </a:extLst>
            </p:cNvPr>
            <p:cNvSpPr txBox="1"/>
            <p:nvPr/>
          </p:nvSpPr>
          <p:spPr>
            <a:xfrm>
              <a:off x="772163" y="4724126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 регистрация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443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C8216-E262-08F3-7751-C7EB4DA81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A0FD2B-C7F8-6351-A546-89850D630E84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1C1855-966F-B767-8AE8-997043219D4D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009D3EC-5D28-E56F-19C4-20986B71CD49}"/>
              </a:ext>
            </a:extLst>
          </p:cNvPr>
          <p:cNvGrpSpPr/>
          <p:nvPr/>
        </p:nvGrpSpPr>
        <p:grpSpPr>
          <a:xfrm>
            <a:off x="564381" y="1041099"/>
            <a:ext cx="4849834" cy="5162663"/>
            <a:chOff x="564382" y="987451"/>
            <a:chExt cx="4849834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A6CCE521-58A6-92A8-2842-A8E92A3A2A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" r="661"/>
            <a:stretch/>
          </p:blipFill>
          <p:spPr>
            <a:xfrm>
              <a:off x="564382" y="987451"/>
              <a:ext cx="4849834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0EF2F45-55A8-226B-8DCB-20946E330713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Валидные данные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414A26F-1A8D-9E81-594D-D815441A6506}"/>
              </a:ext>
            </a:extLst>
          </p:cNvPr>
          <p:cNvGrpSpPr/>
          <p:nvPr/>
        </p:nvGrpSpPr>
        <p:grpSpPr>
          <a:xfrm>
            <a:off x="6337738" y="1895903"/>
            <a:ext cx="5402318" cy="3308354"/>
            <a:chOff x="124334" y="1895903"/>
            <a:chExt cx="5402318" cy="330835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2A7740C1-3F46-1D0B-10B1-CA9A0E936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46" r="150"/>
            <a:stretch/>
          </p:blipFill>
          <p:spPr>
            <a:xfrm>
              <a:off x="124334" y="1895903"/>
              <a:ext cx="5402318" cy="26004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11E6C2C-16D1-C0DD-1BDE-410048F76E67}"/>
                </a:ext>
              </a:extLst>
            </p:cNvPr>
            <p:cNvSpPr txBox="1"/>
            <p:nvPr/>
          </p:nvSpPr>
          <p:spPr>
            <a:xfrm>
              <a:off x="772163" y="4724126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 регистрация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4770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498D-1C2B-37DF-7886-157A91CDB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E18748-4B5E-E7FF-E674-F7034439F7A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25A0B3-1503-D5CE-CABD-D27DA00970B5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CFAAB6B-B9C8-6CB1-E51A-2DE034B6F4A3}"/>
              </a:ext>
            </a:extLst>
          </p:cNvPr>
          <p:cNvGrpSpPr/>
          <p:nvPr/>
        </p:nvGrpSpPr>
        <p:grpSpPr>
          <a:xfrm>
            <a:off x="644770" y="1046671"/>
            <a:ext cx="4853038" cy="4764658"/>
            <a:chOff x="343321" y="987451"/>
            <a:chExt cx="4853038" cy="47646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F1C73ADE-5DC2-B1B3-E043-47D3BC0171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" r="78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23DD97F-10C7-4852-212B-53D1752AF957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Пустая форма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29B16B0-4B8A-E951-0B99-8BA7B9FCD86B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7F1528D-7112-1356-490D-5792B612DC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8" b="-105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7C7F8BD-92A6-4DE0-5C99-A0F1EF660828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5632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85C2A-3F38-D961-B90F-FBC859634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EA87D9-82D7-F2E0-9AFB-8C32264F74D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3D724-3F87-47EE-349E-B8F93774D59E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536731E-C05D-30F3-C0A0-E67FA2243D87}"/>
              </a:ext>
            </a:extLst>
          </p:cNvPr>
          <p:cNvGrpSpPr/>
          <p:nvPr/>
        </p:nvGrpSpPr>
        <p:grpSpPr>
          <a:xfrm>
            <a:off x="644770" y="1046671"/>
            <a:ext cx="4853038" cy="4764658"/>
            <a:chOff x="343321" y="987451"/>
            <a:chExt cx="4853038" cy="47646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58EA913-5C2C-B6C5-7E6D-C006FA101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3" r="78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67AA21B-FE72-42DA-6CFB-D4CFA49F342F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Пустая форма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34AE1566-8CC9-BC4D-FB4F-CFDE2B7ED7F3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A39CC3A4-F889-1521-D3CD-8311D479F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28" b="-105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57490A0-6932-4BF4-8F78-DCDB0C4BEE88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327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CFF88-6906-F70A-5CAE-8D2E27ECE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9FC140-FF80-B885-E29D-E3AD78109862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14F1E3-7901-59F1-B022-C55E0F70C531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0EC2D69-BFDE-3718-B707-793AC024E3F3}"/>
              </a:ext>
            </a:extLst>
          </p:cNvPr>
          <p:cNvGrpSpPr/>
          <p:nvPr/>
        </p:nvGrpSpPr>
        <p:grpSpPr>
          <a:xfrm>
            <a:off x="644770" y="1046671"/>
            <a:ext cx="4853038" cy="5152457"/>
            <a:chOff x="343321" y="987451"/>
            <a:chExt cx="4853038" cy="5152457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5454B90-979A-A3C9-6E12-46FD6E490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0" b="280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501E4AE-C3C1-7162-CAF0-7342AB41037C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Вход в </a:t>
              </a:r>
            </a:p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существующий аккаунт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6D34101A-E657-7EB1-9888-FFA05194DE77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84EDCC92-D79E-CA66-C03B-FC1756767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" r="144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78B4CBA-111A-ED3E-FB8B-7E8588382899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20136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E0286-3F8D-DC71-4714-0589B2130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232756-D7F4-04D3-8F1E-B747BFE7EFCB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C109E5-5F79-7F65-2D19-4849AFD17918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25B93D88-0F64-6509-4982-DE276DE0360C}"/>
              </a:ext>
            </a:extLst>
          </p:cNvPr>
          <p:cNvGrpSpPr/>
          <p:nvPr/>
        </p:nvGrpSpPr>
        <p:grpSpPr>
          <a:xfrm>
            <a:off x="644770" y="1046671"/>
            <a:ext cx="4853038" cy="5152457"/>
            <a:chOff x="343321" y="987451"/>
            <a:chExt cx="4853038" cy="5152457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BECA3CBD-1188-4357-8442-2E66981C6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0" b="280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F37F81-4E48-9B18-DF70-8F60C4E11850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8679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Вход в </a:t>
              </a:r>
            </a:p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не существующий аккаунт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852BA59-AF2B-46A4-4AB2-0088C4D6B068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126DD35B-9F28-A808-F838-C29FF6BA1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4" r="144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E044C2-CE5B-57D9-9F36-ACBAFA918EB6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8796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8FD20-CA29-70B6-5A59-29BE71E48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30E630-A2EA-BA8C-BDB3-A3C07016F03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7BD92B-B7F4-7B9F-B832-EAF8C73F6D3D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CCA4650-525A-99BA-A568-9A27CEB00BDD}"/>
              </a:ext>
            </a:extLst>
          </p:cNvPr>
          <p:cNvGrpSpPr/>
          <p:nvPr/>
        </p:nvGrpSpPr>
        <p:grpSpPr>
          <a:xfrm>
            <a:off x="644770" y="1046671"/>
            <a:ext cx="4853038" cy="5540255"/>
            <a:chOff x="343321" y="987451"/>
            <a:chExt cx="4853038" cy="5540255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9C979D84-10D2-E5C2-BF06-1B4B65289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" r="270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9668104-E868-200F-7761-6F55EFA471D1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12557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Вход </a:t>
              </a:r>
              <a:r>
                <a:rPr lang="en-US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 </a:t>
              </a: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неправильными данными в существующий аккаунт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F662BAA-9513-EA99-3E4E-00724968F7D6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B74C06C2-9D66-30EB-DC12-D26FC933F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" r="232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2EF63BA-3109-464F-6623-29F9EC57C2ED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602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D863-755E-6D8D-2205-8FDF1D7F1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43D00B-B36F-E837-E377-E0A9DFE65E0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99837-172F-8886-44E6-21F513DC252E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3E189221-E95C-7A4A-95CF-64548CFD9BDC}"/>
              </a:ext>
            </a:extLst>
          </p:cNvPr>
          <p:cNvGrpSpPr/>
          <p:nvPr/>
        </p:nvGrpSpPr>
        <p:grpSpPr>
          <a:xfrm>
            <a:off x="644770" y="1046671"/>
            <a:ext cx="4853038" cy="5540255"/>
            <a:chOff x="343321" y="987451"/>
            <a:chExt cx="4853038" cy="5540255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BB842EF3-059B-1514-ED5D-E5B96DD385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" r="270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C63F80-CFC3-67ED-5760-DBAA39F60B0E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12557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Вход </a:t>
              </a:r>
              <a:r>
                <a:rPr lang="en-US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c </a:t>
              </a: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неправильными данными в существующий аккаунт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A7AA5F2-9920-26F1-F9E7-9F8796200C3B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5851D3AA-5667-A685-57E0-D701D28AEB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2" r="232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AD26C9F-6AD6-3742-0022-0D7F561A91A7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Ошибка входа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4035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EE792-2A54-A7B0-2F52-1A989FC9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D73C52-EADF-89D3-7CCF-C2DF2D9F3942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CF7242-CAB4-17BF-AF7A-7F7599C6CA09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DB25D168-0424-ABD8-86FF-4C0C9D2DADC1}"/>
              </a:ext>
            </a:extLst>
          </p:cNvPr>
          <p:cNvGrpSpPr/>
          <p:nvPr/>
        </p:nvGrpSpPr>
        <p:grpSpPr>
          <a:xfrm>
            <a:off x="644770" y="1046671"/>
            <a:ext cx="4853038" cy="4764658"/>
            <a:chOff x="343321" y="987451"/>
            <a:chExt cx="4853038" cy="47646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19109E4-39BF-406D-32E7-21E125BEF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 b="398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BBC4B1-F08E-4012-E4A8-D8FDDD95BAE6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Галочка «Запомнить меня»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57900B7A-DD69-00F5-975D-88CE48BBF46D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4A82FAD-BBF5-0C6A-6511-80258063BD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1" r="2971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818C337-AF80-53D4-D2C4-B56C8A3C0877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Отображение в 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cookie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5184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646EF-25B4-99CF-E5AE-A3984E3EF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D8B5719-29A4-E98F-C150-A5030F7E78D9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D9AB2D-02C8-AC9D-01FF-BAF84B8E59A0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C28C070D-1F5C-45FE-6FCF-D67788A2FD5B}"/>
              </a:ext>
            </a:extLst>
          </p:cNvPr>
          <p:cNvGrpSpPr/>
          <p:nvPr/>
        </p:nvGrpSpPr>
        <p:grpSpPr>
          <a:xfrm>
            <a:off x="644770" y="1046671"/>
            <a:ext cx="4853038" cy="4764658"/>
            <a:chOff x="343321" y="987451"/>
            <a:chExt cx="4853038" cy="4764658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D7F6A9C-EA7D-4B01-D641-59C3D9853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98" b="398"/>
            <a:stretch/>
          </p:blipFill>
          <p:spPr>
            <a:xfrm>
              <a:off x="343321" y="987451"/>
              <a:ext cx="4853038" cy="428452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C49810A-FC14-40AB-E863-93C98F77D1EB}"/>
                </a:ext>
              </a:extLst>
            </p:cNvPr>
            <p:cNvSpPr txBox="1"/>
            <p:nvPr/>
          </p:nvSpPr>
          <p:spPr>
            <a:xfrm>
              <a:off x="605257" y="5271978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Галочка «Запомнить меня»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A22ADBD-DD5E-A258-9B74-CA1FAACF3345}"/>
              </a:ext>
            </a:extLst>
          </p:cNvPr>
          <p:cNvGrpSpPr/>
          <p:nvPr/>
        </p:nvGrpSpPr>
        <p:grpSpPr>
          <a:xfrm>
            <a:off x="6890398" y="997694"/>
            <a:ext cx="4373958" cy="4862612"/>
            <a:chOff x="124334" y="542612"/>
            <a:chExt cx="4373958" cy="4862612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DC0D56B2-C7D6-2F0C-86D5-AE2F9CEC1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1" r="2971"/>
            <a:stretch/>
          </p:blipFill>
          <p:spPr>
            <a:xfrm>
              <a:off x="124334" y="542612"/>
              <a:ext cx="4373958" cy="4320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D3DA8BB-0C7E-1209-8101-9F550B236F9B}"/>
                </a:ext>
              </a:extLst>
            </p:cNvPr>
            <p:cNvSpPr txBox="1"/>
            <p:nvPr/>
          </p:nvSpPr>
          <p:spPr>
            <a:xfrm>
              <a:off x="146730" y="492509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Отображение в </a:t>
              </a: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cookie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0523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70E0E-27CA-32F4-619D-4B17E0B1C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7027E9-093C-3205-CDE8-176472D1F2CA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7137C8-40DE-00A0-9281-798BCF57B225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7005367A-62E6-EDAC-D767-DAC4276C6017}"/>
              </a:ext>
            </a:extLst>
          </p:cNvPr>
          <p:cNvGrpSpPr/>
          <p:nvPr/>
        </p:nvGrpSpPr>
        <p:grpSpPr>
          <a:xfrm>
            <a:off x="343319" y="1041099"/>
            <a:ext cx="5293806" cy="5162663"/>
            <a:chOff x="343320" y="987451"/>
            <a:chExt cx="5293806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CEE9E1A9-736D-2BF9-A9CB-659F4B187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94" r="-228"/>
            <a:stretch/>
          </p:blipFill>
          <p:spPr>
            <a:xfrm>
              <a:off x="343320" y="987451"/>
              <a:ext cx="5293806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698F6DC-6092-F089-D18F-B4A48E15147A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Валидные данные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BFBBD392-F30D-76E8-F719-0D380EDA14DC}"/>
              </a:ext>
            </a:extLst>
          </p:cNvPr>
          <p:cNvGrpSpPr/>
          <p:nvPr/>
        </p:nvGrpSpPr>
        <p:grpSpPr>
          <a:xfrm>
            <a:off x="6337738" y="1895903"/>
            <a:ext cx="5402318" cy="3308354"/>
            <a:chOff x="124334" y="1895903"/>
            <a:chExt cx="5402318" cy="330835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E910C698-3390-E095-5F81-B6B5A8E6E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46" r="150"/>
            <a:stretch/>
          </p:blipFill>
          <p:spPr>
            <a:xfrm>
              <a:off x="124334" y="1895903"/>
              <a:ext cx="5402318" cy="26004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951EFA6-A4B8-9D5C-63C8-FBEB16975080}"/>
                </a:ext>
              </a:extLst>
            </p:cNvPr>
            <p:cNvSpPr txBox="1"/>
            <p:nvPr/>
          </p:nvSpPr>
          <p:spPr>
            <a:xfrm>
              <a:off x="772163" y="4724126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 авторизация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26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AEF0-20D4-A3ED-B845-284DC0490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B1D537-9FBF-F784-B306-39D000584D71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входа / регистрации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5040A9-6A5D-A033-D1DB-D3BF341C8121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2C4C7D9-2C72-3E84-2023-B9411D5BA640}"/>
              </a:ext>
            </a:extLst>
          </p:cNvPr>
          <p:cNvGrpSpPr/>
          <p:nvPr/>
        </p:nvGrpSpPr>
        <p:grpSpPr>
          <a:xfrm>
            <a:off x="343319" y="1041099"/>
            <a:ext cx="5293806" cy="5162663"/>
            <a:chOff x="343320" y="987451"/>
            <a:chExt cx="5293806" cy="5162663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1A9879CC-12AB-DC92-B1E6-9B4262D22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94" r="-228"/>
            <a:stretch/>
          </p:blipFill>
          <p:spPr>
            <a:xfrm>
              <a:off x="343320" y="987451"/>
              <a:ext cx="5293806" cy="4682532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EE2EB7-557F-CBC0-EBB5-24918C6D78D8}"/>
                </a:ext>
              </a:extLst>
            </p:cNvPr>
            <p:cNvSpPr txBox="1"/>
            <p:nvPr/>
          </p:nvSpPr>
          <p:spPr>
            <a:xfrm>
              <a:off x="824716" y="5669983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Валидные данные</a:t>
              </a:r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89E1C485-A1AE-19EE-588B-6C708CC29AA4}"/>
              </a:ext>
            </a:extLst>
          </p:cNvPr>
          <p:cNvGrpSpPr/>
          <p:nvPr/>
        </p:nvGrpSpPr>
        <p:grpSpPr>
          <a:xfrm>
            <a:off x="6337738" y="1895903"/>
            <a:ext cx="5402318" cy="3308354"/>
            <a:chOff x="124334" y="1895903"/>
            <a:chExt cx="5402318" cy="330835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F7A381B3-B830-A79C-C062-340C66BA7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46" r="150"/>
            <a:stretch/>
          </p:blipFill>
          <p:spPr>
            <a:xfrm>
              <a:off x="124334" y="1895903"/>
              <a:ext cx="5402318" cy="2600468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FF38D6-0121-60D3-1700-A015D0BE31E7}"/>
                </a:ext>
              </a:extLst>
            </p:cNvPr>
            <p:cNvSpPr txBox="1"/>
            <p:nvPr/>
          </p:nvSpPr>
          <p:spPr>
            <a:xfrm>
              <a:off x="772163" y="4724126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 авторизация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488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B044A-4D37-656B-D3C5-DEA53564F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4165A7-018D-8B25-23FD-DA604286F3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кода </a:t>
            </a: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html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F227E2-09A5-E1AF-E10A-CB5D6A3749B2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EF6B7EBD-8765-8594-F855-E7F07F362405}"/>
              </a:ext>
            </a:extLst>
          </p:cNvPr>
          <p:cNvGrpSpPr/>
          <p:nvPr/>
        </p:nvGrpSpPr>
        <p:grpSpPr>
          <a:xfrm>
            <a:off x="1798181" y="1000098"/>
            <a:ext cx="8595637" cy="4857804"/>
            <a:chOff x="-3068985" y="1895902"/>
            <a:chExt cx="8595637" cy="485780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C90B4885-BB3A-1B34-7C5F-17CD09BACF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12" b="7212"/>
            <a:stretch/>
          </p:blipFill>
          <p:spPr>
            <a:xfrm>
              <a:off x="-3068985" y="1895902"/>
              <a:ext cx="8595637" cy="413760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48B13A-7AC9-F520-7F83-EB8358F0D639}"/>
                </a:ext>
              </a:extLst>
            </p:cNvPr>
            <p:cNvSpPr txBox="1"/>
            <p:nvPr/>
          </p:nvSpPr>
          <p:spPr>
            <a:xfrm>
              <a:off x="-935750" y="6273575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</a:t>
              </a: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валидация </a:t>
              </a:r>
              <a:r>
                <a:rPr lang="en-US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html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2996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FF15-55E1-4728-9C2A-39BBFAB8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451E95-2473-BA64-7CFB-1EAEA0C63285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Валидация </a:t>
            </a: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кода </a:t>
            </a:r>
            <a:r>
              <a:rPr lang="en-US" sz="4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css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DC89C3-A9DC-053E-EC1A-87EC050031C7}"/>
              </a:ext>
            </a:extLst>
          </p:cNvPr>
          <p:cNvSpPr txBox="1"/>
          <p:nvPr/>
        </p:nvSpPr>
        <p:spPr>
          <a:xfrm>
            <a:off x="343319" y="707886"/>
            <a:ext cx="1150536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lnSpc>
                <a:spcPct val="90000"/>
              </a:lnSpc>
            </a:pP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9AB62D23-4915-1182-2414-F1A4ED5D37FB}"/>
              </a:ext>
            </a:extLst>
          </p:cNvPr>
          <p:cNvGrpSpPr/>
          <p:nvPr/>
        </p:nvGrpSpPr>
        <p:grpSpPr>
          <a:xfrm>
            <a:off x="1798181" y="1000098"/>
            <a:ext cx="8595637" cy="4857804"/>
            <a:chOff x="-3068985" y="1895902"/>
            <a:chExt cx="8595637" cy="4857804"/>
          </a:xfrm>
        </p:grpSpPr>
        <p:pic>
          <p:nvPicPr>
            <p:cNvPr id="10" name="Рисунок 9">
              <a:extLst>
                <a:ext uri="{FF2B5EF4-FFF2-40B4-BE49-F238E27FC236}">
                  <a16:creationId xmlns:a16="http://schemas.microsoft.com/office/drawing/2014/main" id="{448FEDA9-1B86-5787-5D55-8C3EFFD33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12" b="7212"/>
            <a:stretch/>
          </p:blipFill>
          <p:spPr>
            <a:xfrm>
              <a:off x="-3068985" y="1895902"/>
              <a:ext cx="8595637" cy="4137609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E46E531-C27A-52B0-9993-A18FDBF9EC87}"/>
                </a:ext>
              </a:extLst>
            </p:cNvPr>
            <p:cNvSpPr txBox="1"/>
            <p:nvPr/>
          </p:nvSpPr>
          <p:spPr>
            <a:xfrm>
              <a:off x="-935750" y="6273575"/>
              <a:ext cx="432916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ru-RU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Успешная</a:t>
              </a:r>
              <a:r>
                <a:rPr lang="ru-RU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валидация </a:t>
              </a:r>
              <a:r>
                <a:rPr lang="en-US" sz="28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css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002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9CBAB2-B106-F12D-73CF-AF5525C7BB9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Видео о работе сайта</a:t>
            </a:r>
          </a:p>
        </p:txBody>
      </p:sp>
      <p:pic>
        <p:nvPicPr>
          <p:cNvPr id="6" name="Видео 5">
            <a:hlinkClick r:id="" action="ppaction://media"/>
            <a:extLst>
              <a:ext uri="{FF2B5EF4-FFF2-40B4-BE49-F238E27FC236}">
                <a16:creationId xmlns:a16="http://schemas.microsoft.com/office/drawing/2014/main" id="{84DE167E-3801-3534-185B-C257B06B2E2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4471" y="707886"/>
            <a:ext cx="10603057" cy="5964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4986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294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3943"/>
                            </p:stCondLst>
                            <p:childTnLst>
                              <p:par>
                                <p:cTn id="20" presetID="42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1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  <p:cmd type="call" cmd="stop">
                                      <p:cBhvr>
                                        <p:cTn id="25" dur="1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63953"/>
                            </p:stCondLst>
                            <p:childTnLst>
                              <p:par>
                                <p:cTn id="27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3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7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35C95-84C5-DE4E-BA69-C7A9A37C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11EF7E-F42D-B836-63FE-E48F5F90365B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Программное обеспечение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8DFC0E-D8E3-8FE9-6D0C-CBDF39FF9CBA}"/>
              </a:ext>
            </a:extLst>
          </p:cNvPr>
          <p:cNvSpPr txBox="1"/>
          <p:nvPr/>
        </p:nvSpPr>
        <p:spPr>
          <a:xfrm>
            <a:off x="141513" y="1742698"/>
            <a:ext cx="3086519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кода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0FAB77-56E4-F37B-0C3A-C3ECA6182E89}"/>
              </a:ext>
            </a:extLst>
          </p:cNvPr>
          <p:cNvSpPr txBox="1"/>
          <p:nvPr/>
        </p:nvSpPr>
        <p:spPr>
          <a:xfrm>
            <a:off x="10023232" y="1742698"/>
            <a:ext cx="171324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05027F-96DF-739F-DB39-7A0F4819169E}"/>
              </a:ext>
            </a:extLst>
          </p:cNvPr>
          <p:cNvSpPr txBox="1"/>
          <p:nvPr/>
        </p:nvSpPr>
        <p:spPr>
          <a:xfrm>
            <a:off x="5031711" y="3715533"/>
            <a:ext cx="212857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 БД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1C3000AE-FEC4-B144-0F51-709938319593}"/>
              </a:ext>
            </a:extLst>
          </p:cNvPr>
          <p:cNvGrpSpPr/>
          <p:nvPr/>
        </p:nvGrpSpPr>
        <p:grpSpPr>
          <a:xfrm>
            <a:off x="3749710" y="4759137"/>
            <a:ext cx="4692579" cy="1848131"/>
            <a:chOff x="3749710" y="4759137"/>
            <a:chExt cx="4692579" cy="18481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68A1FED-81C2-CFDD-B422-A0A01E72C196}"/>
                </a:ext>
              </a:extLst>
            </p:cNvPr>
            <p:cNvSpPr txBox="1"/>
            <p:nvPr/>
          </p:nvSpPr>
          <p:spPr>
            <a:xfrm>
              <a:off x="3749710" y="6127137"/>
              <a:ext cx="4692579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Sql</a:t>
              </a:r>
              <a:r>
                <a:rPr lang="en-US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Server Management Studio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2" name="Рисунок 11" descr="Изображение выглядит как красный, снимок экрана, Графика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590F358E-E633-2556-4011-4F31BB9411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1999" y="4759137"/>
              <a:ext cx="1368000" cy="1368000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829A8D0-7563-AB9A-A75D-56B3490185D1}"/>
              </a:ext>
            </a:extLst>
          </p:cNvPr>
          <p:cNvGrpSpPr/>
          <p:nvPr/>
        </p:nvGrpSpPr>
        <p:grpSpPr>
          <a:xfrm>
            <a:off x="620485" y="2773551"/>
            <a:ext cx="2128576" cy="1422113"/>
            <a:chOff x="620485" y="2773551"/>
            <a:chExt cx="2128576" cy="142211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A99BB70-6BE1-57B4-B750-491E613FB0AB}"/>
                </a:ext>
              </a:extLst>
            </p:cNvPr>
            <p:cNvSpPr txBox="1"/>
            <p:nvPr/>
          </p:nvSpPr>
          <p:spPr>
            <a:xfrm>
              <a:off x="620485" y="3715533"/>
              <a:ext cx="2128576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Visual Studio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4" name="Рисунок 13" descr="Изображение выглядит как Графика, символ, снимок экрана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D843EF7C-069A-2B9C-5885-573D61C3D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773" y="2773551"/>
              <a:ext cx="936000" cy="936000"/>
            </a:xfrm>
            <a:prstGeom prst="rect">
              <a:avLst/>
            </a:prstGeom>
          </p:spPr>
        </p:pic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912E25C0-882A-16BC-90CA-FAED25B0B540}"/>
              </a:ext>
            </a:extLst>
          </p:cNvPr>
          <p:cNvGrpSpPr/>
          <p:nvPr/>
        </p:nvGrpSpPr>
        <p:grpSpPr>
          <a:xfrm>
            <a:off x="204316" y="4291137"/>
            <a:ext cx="2960914" cy="1411780"/>
            <a:chOff x="204316" y="4291137"/>
            <a:chExt cx="2960914" cy="14117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D743083-EE9D-F737-904D-A808B4E632DC}"/>
                </a:ext>
              </a:extLst>
            </p:cNvPr>
            <p:cNvSpPr txBox="1"/>
            <p:nvPr/>
          </p:nvSpPr>
          <p:spPr>
            <a:xfrm>
              <a:off x="204316" y="5222786"/>
              <a:ext cx="2960914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Visual Studio Code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94612191-E475-1FE9-8356-5DA7493E2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773" y="4291137"/>
              <a:ext cx="936000" cy="936000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027D2CEB-18B5-E5F0-B0C2-0EA10582DA50}"/>
              </a:ext>
            </a:extLst>
          </p:cNvPr>
          <p:cNvGrpSpPr/>
          <p:nvPr/>
        </p:nvGrpSpPr>
        <p:grpSpPr>
          <a:xfrm>
            <a:off x="10329704" y="2767401"/>
            <a:ext cx="1100295" cy="1428264"/>
            <a:chOff x="10329704" y="2767401"/>
            <a:chExt cx="1100295" cy="14282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B814AB0-D8B3-3DCE-A6EE-642E688BF4C3}"/>
                </a:ext>
              </a:extLst>
            </p:cNvPr>
            <p:cNvSpPr txBox="1"/>
            <p:nvPr/>
          </p:nvSpPr>
          <p:spPr>
            <a:xfrm>
              <a:off x="10329704" y="3715534"/>
              <a:ext cx="110029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Figma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4281F80C-F6B7-C7E6-CA06-FA68DD68F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11850" y="2767401"/>
              <a:ext cx="936000" cy="93600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FC6DEFB-1FFA-1150-7C6B-2A86ED6FBF34}"/>
              </a:ext>
            </a:extLst>
          </p:cNvPr>
          <p:cNvGrpSpPr/>
          <p:nvPr/>
        </p:nvGrpSpPr>
        <p:grpSpPr>
          <a:xfrm>
            <a:off x="10023231" y="4291137"/>
            <a:ext cx="1713243" cy="1411780"/>
            <a:chOff x="10023231" y="4291137"/>
            <a:chExt cx="1713243" cy="14117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8C788C3-0155-0919-AC2A-886485E9C85D}"/>
                </a:ext>
              </a:extLst>
            </p:cNvPr>
            <p:cNvSpPr txBox="1"/>
            <p:nvPr/>
          </p:nvSpPr>
          <p:spPr>
            <a:xfrm>
              <a:off x="10023231" y="5222786"/>
              <a:ext cx="1713243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Photoshop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EF732F3F-5270-7966-A065-C8F686202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11850" y="4291137"/>
              <a:ext cx="936000" cy="93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951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A2CCE-632A-5E36-535B-B4542FFD0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A87BC0F-1C4B-6342-6465-B613F084A28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Программное обеспечение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9DDC0-79A6-6A18-74ED-250AA5478398}"/>
              </a:ext>
            </a:extLst>
          </p:cNvPr>
          <p:cNvSpPr txBox="1"/>
          <p:nvPr/>
        </p:nvSpPr>
        <p:spPr>
          <a:xfrm>
            <a:off x="204316" y="1747211"/>
            <a:ext cx="296091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кода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7AF8C-CCA0-A529-F6D1-8072E7B887E9}"/>
              </a:ext>
            </a:extLst>
          </p:cNvPr>
          <p:cNvSpPr txBox="1"/>
          <p:nvPr/>
        </p:nvSpPr>
        <p:spPr>
          <a:xfrm>
            <a:off x="10023229" y="1751712"/>
            <a:ext cx="171324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Графика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C42C05D-1F78-4D5B-A157-D5B01EAB2F61}"/>
              </a:ext>
            </a:extLst>
          </p:cNvPr>
          <p:cNvSpPr txBox="1"/>
          <p:nvPr/>
        </p:nvSpPr>
        <p:spPr>
          <a:xfrm>
            <a:off x="5031711" y="3715533"/>
            <a:ext cx="2128576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Работа с БД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A0D07DAA-B257-F247-F118-E88D19EC1305}"/>
              </a:ext>
            </a:extLst>
          </p:cNvPr>
          <p:cNvGrpSpPr/>
          <p:nvPr/>
        </p:nvGrpSpPr>
        <p:grpSpPr>
          <a:xfrm>
            <a:off x="3749710" y="4759137"/>
            <a:ext cx="4692579" cy="1848131"/>
            <a:chOff x="3749710" y="4759137"/>
            <a:chExt cx="4692579" cy="1848131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390C63B-ABBC-C3BC-CD4C-16E4B20088D0}"/>
                </a:ext>
              </a:extLst>
            </p:cNvPr>
            <p:cNvSpPr txBox="1"/>
            <p:nvPr/>
          </p:nvSpPr>
          <p:spPr>
            <a:xfrm>
              <a:off x="3749710" y="6127137"/>
              <a:ext cx="4692579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 err="1">
                  <a:latin typeface="Times New Roman" panose="02020603050405020304" pitchFamily="18" charset="0"/>
                  <a:ea typeface="Times New Roman" panose="02020603050405020304" pitchFamily="18" charset="0"/>
                </a:rPr>
                <a:t>Sql</a:t>
              </a:r>
              <a:r>
                <a:rPr lang="en-US" sz="2800" dirty="0">
                  <a:latin typeface="Times New Roman" panose="02020603050405020304" pitchFamily="18" charset="0"/>
                  <a:ea typeface="Times New Roman" panose="02020603050405020304" pitchFamily="18" charset="0"/>
                </a:rPr>
                <a:t> Server Management Studio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2" name="Рисунок 11" descr="Изображение выглядит как красный, снимок экрана, Графика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BE6583B3-5634-8C8A-F3F4-EEC996358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11999" y="4759137"/>
              <a:ext cx="1368000" cy="1368000"/>
            </a:xfrm>
            <a:prstGeom prst="rect">
              <a:avLst/>
            </a:prstGeom>
          </p:spPr>
        </p:pic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509CC5E-9FAB-260A-9A4C-952B00152793}"/>
              </a:ext>
            </a:extLst>
          </p:cNvPr>
          <p:cNvGrpSpPr/>
          <p:nvPr/>
        </p:nvGrpSpPr>
        <p:grpSpPr>
          <a:xfrm>
            <a:off x="620485" y="2773551"/>
            <a:ext cx="2128576" cy="1422113"/>
            <a:chOff x="620485" y="2773551"/>
            <a:chExt cx="2128576" cy="142211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634C81C-3EA1-9BCC-0241-BAB49066529F}"/>
                </a:ext>
              </a:extLst>
            </p:cNvPr>
            <p:cNvSpPr txBox="1"/>
            <p:nvPr/>
          </p:nvSpPr>
          <p:spPr>
            <a:xfrm>
              <a:off x="620485" y="3715533"/>
              <a:ext cx="2128576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Visual Studio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4" name="Рисунок 13" descr="Изображение выглядит как Графика, символ, снимок экрана, дизайн&#10;&#10;Контент, сгенерированный ИИ, может содержать ошибки.">
              <a:extLst>
                <a:ext uri="{FF2B5EF4-FFF2-40B4-BE49-F238E27FC236}">
                  <a16:creationId xmlns:a16="http://schemas.microsoft.com/office/drawing/2014/main" id="{CA85E114-3569-8A35-B6ED-0FC91A4DFB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16773" y="2773551"/>
              <a:ext cx="936000" cy="936000"/>
            </a:xfrm>
            <a:prstGeom prst="rect">
              <a:avLst/>
            </a:prstGeom>
          </p:spPr>
        </p:pic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69F0C60C-7178-F4A7-EECD-E36CE6222C31}"/>
              </a:ext>
            </a:extLst>
          </p:cNvPr>
          <p:cNvGrpSpPr/>
          <p:nvPr/>
        </p:nvGrpSpPr>
        <p:grpSpPr>
          <a:xfrm>
            <a:off x="204316" y="4291137"/>
            <a:ext cx="2960914" cy="1411780"/>
            <a:chOff x="204316" y="4291137"/>
            <a:chExt cx="2960914" cy="1411780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F139092-F918-35BC-B0E5-41F9D7190346}"/>
                </a:ext>
              </a:extLst>
            </p:cNvPr>
            <p:cNvSpPr txBox="1"/>
            <p:nvPr/>
          </p:nvSpPr>
          <p:spPr>
            <a:xfrm>
              <a:off x="204316" y="5222786"/>
              <a:ext cx="2960914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Visual Studio Code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93D392EF-43B2-CBD2-BCE9-11FD26A7C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16773" y="4291137"/>
              <a:ext cx="936000" cy="936000"/>
            </a:xfrm>
            <a:prstGeom prst="rect">
              <a:avLst/>
            </a:prstGeom>
          </p:spPr>
        </p:pic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36925C3A-1436-48FF-AD5C-E3C3606F0727}"/>
              </a:ext>
            </a:extLst>
          </p:cNvPr>
          <p:cNvGrpSpPr/>
          <p:nvPr/>
        </p:nvGrpSpPr>
        <p:grpSpPr>
          <a:xfrm>
            <a:off x="10329704" y="2767401"/>
            <a:ext cx="1100295" cy="1428264"/>
            <a:chOff x="10329704" y="2767401"/>
            <a:chExt cx="1100295" cy="142826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FA9450C-B866-0F5C-5D1A-9D06C42969E2}"/>
                </a:ext>
              </a:extLst>
            </p:cNvPr>
            <p:cNvSpPr txBox="1"/>
            <p:nvPr/>
          </p:nvSpPr>
          <p:spPr>
            <a:xfrm>
              <a:off x="10329704" y="3715534"/>
              <a:ext cx="1100295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Figma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6" name="Рисунок 15">
              <a:extLst>
                <a:ext uri="{FF2B5EF4-FFF2-40B4-BE49-F238E27FC236}">
                  <a16:creationId xmlns:a16="http://schemas.microsoft.com/office/drawing/2014/main" id="{FCBA2E43-E2CC-B2EF-9173-C53E97419A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11850" y="2767401"/>
              <a:ext cx="936000" cy="936000"/>
            </a:xfrm>
            <a:prstGeom prst="rect">
              <a:avLst/>
            </a:prstGeom>
          </p:spPr>
        </p:pic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0477D45D-DFF6-101E-B29A-D999AC4FEC74}"/>
              </a:ext>
            </a:extLst>
          </p:cNvPr>
          <p:cNvGrpSpPr/>
          <p:nvPr/>
        </p:nvGrpSpPr>
        <p:grpSpPr>
          <a:xfrm>
            <a:off x="10023231" y="4291137"/>
            <a:ext cx="1713243" cy="1411780"/>
            <a:chOff x="10023231" y="4291137"/>
            <a:chExt cx="1713243" cy="141178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111C8C-B77D-8F50-F101-69A0E90AB7E0}"/>
                </a:ext>
              </a:extLst>
            </p:cNvPr>
            <p:cNvSpPr txBox="1"/>
            <p:nvPr/>
          </p:nvSpPr>
          <p:spPr>
            <a:xfrm>
              <a:off x="10023231" y="5222786"/>
              <a:ext cx="1713243" cy="4801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90000"/>
                </a:lnSpc>
              </a:pPr>
              <a:r>
                <a:rPr lang="en-US" sz="28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</a:rPr>
                <a:t>Photoshop</a:t>
              </a:r>
              <a:endPara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03C782FD-A185-6174-350C-A2FA57F3E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0411850" y="4291137"/>
              <a:ext cx="936000" cy="936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01307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7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4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DE1A0-8E37-79AB-1054-11B53597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44F718-EBC8-6FBA-67CB-6639AA420D57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Заключение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CD5694-D4EB-92B4-8853-27FBFA22CDB1}"/>
              </a:ext>
            </a:extLst>
          </p:cNvPr>
          <p:cNvSpPr txBox="1"/>
          <p:nvPr/>
        </p:nvSpPr>
        <p:spPr>
          <a:xfrm>
            <a:off x="343319" y="2025539"/>
            <a:ext cx="11505362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производственной практики мной был спроектировано, разработано, протестировано и реализовано полноценное веб-приложение «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 с многоуровневой архитектурой, безопасной аутентификацией и удобным интерфейсом. Работа над проектом позволила глубже понять принципы объектно-ориентированного программирования в C#, лучше освоить методы тестирования и поработать с инструментами проектирования UX/UI.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39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E335A-2587-5BFD-B43F-9DF9283B6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33D7A4C-9C6B-A4D9-BAFB-8F1164BE673E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Заключение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01B976-B520-62CD-7A22-88725E776C0E}"/>
              </a:ext>
            </a:extLst>
          </p:cNvPr>
          <p:cNvSpPr txBox="1"/>
          <p:nvPr/>
        </p:nvSpPr>
        <p:spPr>
          <a:xfrm>
            <a:off x="343319" y="2025539"/>
            <a:ext cx="11505362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В ходе производственной практики мной был спроектировано, разработано, протестировано и реализовано полноценное веб-приложение «</a:t>
            </a:r>
            <a:r>
              <a:rPr lang="en-US" sz="2800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StudyLib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» с многоуровневой архитектурой, безопасной аутентификацией и удобным интерфейсом. Работа над проектом позволила глубже понять принципы объектно-ориентированного программирования в C#, лучше освоить методы тестирования и поработать с инструментами проектирования UX/UI.</a:t>
            </a:r>
          </a:p>
        </p:txBody>
      </p:sp>
    </p:spTree>
    <p:extLst>
      <p:ext uri="{BB962C8B-B14F-4D97-AF65-F5344CB8AC3E}">
        <p14:creationId xmlns:p14="http://schemas.microsoft.com/office/powerpoint/2010/main" val="340110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674E-1F02-B043-1767-6819EA664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24BD2F-FDAB-B33C-73AD-3E88C834A0D0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Перспективы развития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651F68-C770-E434-7C10-9D28BD402895}"/>
              </a:ext>
            </a:extLst>
          </p:cNvPr>
          <p:cNvSpPr txBox="1"/>
          <p:nvPr/>
        </p:nvSpPr>
        <p:spPr>
          <a:xfrm>
            <a:off x="343319" y="1116321"/>
            <a:ext cx="5752681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Расширение функционала </a:t>
            </a:r>
            <a:r>
              <a:rPr lang="ru-RU" sz="2800" dirty="0"/>
              <a:t>🛠️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заказов всех пользователей в админ-панели;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Добавление, изменение и удаление книг в админ-панели;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Абонемент;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Покупка книг.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3AE844-10F3-0D0D-DE3E-2D834DB5FFEB}"/>
              </a:ext>
            </a:extLst>
          </p:cNvPr>
          <p:cNvSpPr txBox="1"/>
          <p:nvPr/>
        </p:nvSpPr>
        <p:spPr>
          <a:xfrm>
            <a:off x="6095998" y="3609987"/>
            <a:ext cx="5891685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UI/UX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Улучшения </a:t>
            </a:r>
            <a:r>
              <a:rPr lang="ru-RU" sz="2800" dirty="0"/>
              <a:t>🌍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Редизайн под современный стиль;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Полная адаптация под все устройства;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Улучшение качества картинок;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Оптимизация загрузки веб-приложения.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203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5B88-5921-73B0-22B0-8B11BEA5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45412A2-9281-E63D-E757-D1AC6329F2B9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Перспективы развития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D7FF20-69D7-F6F0-6D1B-E43C4A4B86DD}"/>
              </a:ext>
            </a:extLst>
          </p:cNvPr>
          <p:cNvSpPr txBox="1"/>
          <p:nvPr/>
        </p:nvSpPr>
        <p:spPr>
          <a:xfrm>
            <a:off x="343319" y="1116321"/>
            <a:ext cx="5752681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Расширение функционала </a:t>
            </a:r>
            <a:r>
              <a:rPr lang="ru-RU" sz="2800" dirty="0"/>
              <a:t>🛠️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Просмотр заказов всех пользователей в админ-панели;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Добавление, изменение и удаление книг в админ-панели;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Абонемент;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Покупка книг.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DE7F4E-7CD9-3FCC-4223-9DF65614B8BF}"/>
              </a:ext>
            </a:extLst>
          </p:cNvPr>
          <p:cNvSpPr txBox="1"/>
          <p:nvPr/>
        </p:nvSpPr>
        <p:spPr>
          <a:xfrm>
            <a:off x="6095998" y="3609987"/>
            <a:ext cx="5891685" cy="2806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UI/UX </a:t>
            </a: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Улучшения </a:t>
            </a:r>
            <a:r>
              <a:rPr lang="ru-RU" sz="2800" dirty="0"/>
              <a:t>🌍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Редизайн под современный стиль;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Полная адаптация под все устройства;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Улучшение качества картинок;</a:t>
            </a:r>
          </a:p>
          <a:p>
            <a:pPr marL="457200" indent="-457200" algn="just">
              <a:lnSpc>
                <a:spcPct val="90000"/>
              </a:lnSpc>
              <a:buFont typeface="Times New Roman" panose="02020603050405020304" pitchFamily="18" charset="0"/>
              <a:buChar char="−"/>
            </a:pPr>
            <a:r>
              <a:rPr lang="ru-RU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Оптимизация загрузки веб-приложения.</a:t>
            </a:r>
            <a:endParaRPr lang="ru-RU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914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xit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42EA3-056E-8A8F-D81D-329A51C43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Соединитель: изогнутый 3">
            <a:extLst>
              <a:ext uri="{FF2B5EF4-FFF2-40B4-BE49-F238E27FC236}">
                <a16:creationId xmlns:a16="http://schemas.microsoft.com/office/drawing/2014/main" id="{349ABC29-96F4-D8D6-0B0F-E19C3947F56F}"/>
              </a:ext>
            </a:extLst>
          </p:cNvPr>
          <p:cNvCxnSpPr/>
          <p:nvPr/>
        </p:nvCxnSpPr>
        <p:spPr>
          <a:xfrm rot="16200000" flipH="1">
            <a:off x="-782256" y="400723"/>
            <a:ext cx="6953459" cy="6240026"/>
          </a:xfrm>
          <a:prstGeom prst="curvedConnector3">
            <a:avLst/>
          </a:prstGeom>
          <a:ln w="76200">
            <a:solidFill>
              <a:schemeClr val="accent6">
                <a:lumMod val="40000"/>
                <a:lumOff val="60000"/>
              </a:schemeClr>
            </a:solidFill>
          </a:ln>
          <a:scene3d>
            <a:camera prst="perspectiveRight"/>
            <a:lightRig rig="threePt" dir="t"/>
          </a:scene3d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Соединитель: изогнутый 5">
            <a:extLst>
              <a:ext uri="{FF2B5EF4-FFF2-40B4-BE49-F238E27FC236}">
                <a16:creationId xmlns:a16="http://schemas.microsoft.com/office/drawing/2014/main" id="{2223B14E-AABA-7C7C-358A-FCDE2A915F16}"/>
              </a:ext>
            </a:extLst>
          </p:cNvPr>
          <p:cNvCxnSpPr>
            <a:cxnSpLocks/>
          </p:cNvCxnSpPr>
          <p:nvPr/>
        </p:nvCxnSpPr>
        <p:spPr>
          <a:xfrm>
            <a:off x="3116981" y="-1288211"/>
            <a:ext cx="9638044" cy="6419224"/>
          </a:xfrm>
          <a:prstGeom prst="curvedConnector3">
            <a:avLst/>
          </a:prstGeom>
          <a:ln w="76200">
            <a:solidFill>
              <a:schemeClr val="accent5">
                <a:lumMod val="20000"/>
                <a:lumOff val="8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Соединитель: изогнутый 8">
            <a:extLst>
              <a:ext uri="{FF2B5EF4-FFF2-40B4-BE49-F238E27FC236}">
                <a16:creationId xmlns:a16="http://schemas.microsoft.com/office/drawing/2014/main" id="{05B03C66-5530-0361-0580-15E3383556CA}"/>
              </a:ext>
            </a:extLst>
          </p:cNvPr>
          <p:cNvCxnSpPr>
            <a:cxnSpLocks/>
          </p:cNvCxnSpPr>
          <p:nvPr/>
        </p:nvCxnSpPr>
        <p:spPr>
          <a:xfrm>
            <a:off x="3522353" y="-1703366"/>
            <a:ext cx="9638044" cy="6419224"/>
          </a:xfrm>
          <a:prstGeom prst="curvedConnector3">
            <a:avLst/>
          </a:prstGeom>
          <a:ln w="762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Овал 9">
            <a:extLst>
              <a:ext uri="{FF2B5EF4-FFF2-40B4-BE49-F238E27FC236}">
                <a16:creationId xmlns:a16="http://schemas.microsoft.com/office/drawing/2014/main" id="{291514D0-ECC3-BD10-67C2-D0D9E415B304}"/>
              </a:ext>
            </a:extLst>
          </p:cNvPr>
          <p:cNvSpPr/>
          <p:nvPr/>
        </p:nvSpPr>
        <p:spPr>
          <a:xfrm>
            <a:off x="777766" y="336331"/>
            <a:ext cx="535625" cy="535625"/>
          </a:xfrm>
          <a:custGeom>
            <a:avLst/>
            <a:gdLst>
              <a:gd name="connsiteX0" fmla="*/ 0 w 535625"/>
              <a:gd name="connsiteY0" fmla="*/ 267813 h 535625"/>
              <a:gd name="connsiteX1" fmla="*/ 267813 w 535625"/>
              <a:gd name="connsiteY1" fmla="*/ 0 h 535625"/>
              <a:gd name="connsiteX2" fmla="*/ 535626 w 535625"/>
              <a:gd name="connsiteY2" fmla="*/ 267813 h 535625"/>
              <a:gd name="connsiteX3" fmla="*/ 267813 w 535625"/>
              <a:gd name="connsiteY3" fmla="*/ 535626 h 535625"/>
              <a:gd name="connsiteX4" fmla="*/ 0 w 535625"/>
              <a:gd name="connsiteY4" fmla="*/ 267813 h 535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5625" h="535625" fill="none" extrusionOk="0">
                <a:moveTo>
                  <a:pt x="0" y="267813"/>
                </a:moveTo>
                <a:cubicBezTo>
                  <a:pt x="4737" y="100119"/>
                  <a:pt x="110337" y="9119"/>
                  <a:pt x="267813" y="0"/>
                </a:cubicBezTo>
                <a:cubicBezTo>
                  <a:pt x="408692" y="6361"/>
                  <a:pt x="524601" y="122175"/>
                  <a:pt x="535626" y="267813"/>
                </a:cubicBezTo>
                <a:cubicBezTo>
                  <a:pt x="535885" y="405352"/>
                  <a:pt x="433651" y="508029"/>
                  <a:pt x="267813" y="535626"/>
                </a:cubicBezTo>
                <a:cubicBezTo>
                  <a:pt x="76261" y="541195"/>
                  <a:pt x="-6459" y="408498"/>
                  <a:pt x="0" y="267813"/>
                </a:cubicBezTo>
                <a:close/>
              </a:path>
              <a:path w="535625" h="535625" stroke="0" extrusionOk="0">
                <a:moveTo>
                  <a:pt x="0" y="267813"/>
                </a:moveTo>
                <a:cubicBezTo>
                  <a:pt x="-6386" y="139600"/>
                  <a:pt x="126677" y="11711"/>
                  <a:pt x="267813" y="0"/>
                </a:cubicBezTo>
                <a:cubicBezTo>
                  <a:pt x="433782" y="32126"/>
                  <a:pt x="519518" y="97418"/>
                  <a:pt x="535626" y="267813"/>
                </a:cubicBezTo>
                <a:cubicBezTo>
                  <a:pt x="503835" y="396719"/>
                  <a:pt x="398540" y="536745"/>
                  <a:pt x="267813" y="535626"/>
                </a:cubicBezTo>
                <a:cubicBezTo>
                  <a:pt x="125343" y="570795"/>
                  <a:pt x="-1254" y="410560"/>
                  <a:pt x="0" y="267813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3228430253">
                  <a:prstGeom prst="ellipse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олнце 10">
            <a:extLst>
              <a:ext uri="{FF2B5EF4-FFF2-40B4-BE49-F238E27FC236}">
                <a16:creationId xmlns:a16="http://schemas.microsoft.com/office/drawing/2014/main" id="{58901948-F4DA-98CC-BA72-A8C6B9710351}"/>
              </a:ext>
            </a:extLst>
          </p:cNvPr>
          <p:cNvSpPr/>
          <p:nvPr/>
        </p:nvSpPr>
        <p:spPr>
          <a:xfrm>
            <a:off x="10079421" y="162507"/>
            <a:ext cx="883272" cy="883272"/>
          </a:xfrm>
          <a:custGeom>
            <a:avLst/>
            <a:gdLst>
              <a:gd name="connsiteX0" fmla="*/ 883272 w 883272"/>
              <a:gd name="connsiteY0" fmla="*/ 441636 h 883272"/>
              <a:gd name="connsiteX1" fmla="*/ 705054 w 883272"/>
              <a:gd name="connsiteY1" fmla="*/ 505015 h 883272"/>
              <a:gd name="connsiteX2" fmla="*/ 705054 w 883272"/>
              <a:gd name="connsiteY2" fmla="*/ 378257 h 883272"/>
              <a:gd name="connsiteX3" fmla="*/ 883272 w 883272"/>
              <a:gd name="connsiteY3" fmla="*/ 441636 h 883272"/>
              <a:gd name="connsiteX4" fmla="*/ 753889 w 883272"/>
              <a:gd name="connsiteY4" fmla="*/ 129342 h 883272"/>
              <a:gd name="connsiteX5" fmla="*/ 672708 w 883272"/>
              <a:gd name="connsiteY5" fmla="*/ 300194 h 883272"/>
              <a:gd name="connsiteX6" fmla="*/ 583078 w 883272"/>
              <a:gd name="connsiteY6" fmla="*/ 210564 h 883272"/>
              <a:gd name="connsiteX7" fmla="*/ 753889 w 883272"/>
              <a:gd name="connsiteY7" fmla="*/ 129342 h 883272"/>
              <a:gd name="connsiteX8" fmla="*/ 441636 w 883272"/>
              <a:gd name="connsiteY8" fmla="*/ 0 h 883272"/>
              <a:gd name="connsiteX9" fmla="*/ 505015 w 883272"/>
              <a:gd name="connsiteY9" fmla="*/ 178218 h 883272"/>
              <a:gd name="connsiteX10" fmla="*/ 378257 w 883272"/>
              <a:gd name="connsiteY10" fmla="*/ 178218 h 883272"/>
              <a:gd name="connsiteX11" fmla="*/ 441636 w 883272"/>
              <a:gd name="connsiteY11" fmla="*/ 0 h 883272"/>
              <a:gd name="connsiteX12" fmla="*/ 129342 w 883272"/>
              <a:gd name="connsiteY12" fmla="*/ 129342 h 883272"/>
              <a:gd name="connsiteX13" fmla="*/ 300194 w 883272"/>
              <a:gd name="connsiteY13" fmla="*/ 210564 h 883272"/>
              <a:gd name="connsiteX14" fmla="*/ 210564 w 883272"/>
              <a:gd name="connsiteY14" fmla="*/ 300194 h 883272"/>
              <a:gd name="connsiteX15" fmla="*/ 129342 w 883272"/>
              <a:gd name="connsiteY15" fmla="*/ 129342 h 883272"/>
              <a:gd name="connsiteX16" fmla="*/ 0 w 883272"/>
              <a:gd name="connsiteY16" fmla="*/ 441636 h 883272"/>
              <a:gd name="connsiteX17" fmla="*/ 178218 w 883272"/>
              <a:gd name="connsiteY17" fmla="*/ 378257 h 883272"/>
              <a:gd name="connsiteX18" fmla="*/ 178218 w 883272"/>
              <a:gd name="connsiteY18" fmla="*/ 505015 h 883272"/>
              <a:gd name="connsiteX19" fmla="*/ 0 w 883272"/>
              <a:gd name="connsiteY19" fmla="*/ 441636 h 883272"/>
              <a:gd name="connsiteX20" fmla="*/ 129342 w 883272"/>
              <a:gd name="connsiteY20" fmla="*/ 753889 h 883272"/>
              <a:gd name="connsiteX21" fmla="*/ 210564 w 883272"/>
              <a:gd name="connsiteY21" fmla="*/ 583078 h 883272"/>
              <a:gd name="connsiteX22" fmla="*/ 300194 w 883272"/>
              <a:gd name="connsiteY22" fmla="*/ 672708 h 883272"/>
              <a:gd name="connsiteX23" fmla="*/ 129342 w 883272"/>
              <a:gd name="connsiteY23" fmla="*/ 753889 h 883272"/>
              <a:gd name="connsiteX24" fmla="*/ 441636 w 883272"/>
              <a:gd name="connsiteY24" fmla="*/ 883272 h 883272"/>
              <a:gd name="connsiteX25" fmla="*/ 378257 w 883272"/>
              <a:gd name="connsiteY25" fmla="*/ 705054 h 883272"/>
              <a:gd name="connsiteX26" fmla="*/ 505015 w 883272"/>
              <a:gd name="connsiteY26" fmla="*/ 705054 h 883272"/>
              <a:gd name="connsiteX27" fmla="*/ 441636 w 883272"/>
              <a:gd name="connsiteY27" fmla="*/ 883272 h 883272"/>
              <a:gd name="connsiteX28" fmla="*/ 753889 w 883272"/>
              <a:gd name="connsiteY28" fmla="*/ 753889 h 883272"/>
              <a:gd name="connsiteX29" fmla="*/ 583078 w 883272"/>
              <a:gd name="connsiteY29" fmla="*/ 672708 h 883272"/>
              <a:gd name="connsiteX30" fmla="*/ 672708 w 883272"/>
              <a:gd name="connsiteY30" fmla="*/ 583078 h 883272"/>
              <a:gd name="connsiteX31" fmla="*/ 753889 w 883272"/>
              <a:gd name="connsiteY31" fmla="*/ 753889 h 883272"/>
              <a:gd name="connsiteX32" fmla="*/ 220818 w 883272"/>
              <a:gd name="connsiteY32" fmla="*/ 441636 h 883272"/>
              <a:gd name="connsiteX33" fmla="*/ 441636 w 883272"/>
              <a:gd name="connsiteY33" fmla="*/ 220818 h 883272"/>
              <a:gd name="connsiteX34" fmla="*/ 662454 w 883272"/>
              <a:gd name="connsiteY34" fmla="*/ 441636 h 883272"/>
              <a:gd name="connsiteX35" fmla="*/ 441636 w 883272"/>
              <a:gd name="connsiteY35" fmla="*/ 662454 h 883272"/>
              <a:gd name="connsiteX36" fmla="*/ 220818 w 883272"/>
              <a:gd name="connsiteY36" fmla="*/ 441636 h 883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883272" h="883272" fill="none" extrusionOk="0">
                <a:moveTo>
                  <a:pt x="883272" y="441636"/>
                </a:moveTo>
                <a:cubicBezTo>
                  <a:pt x="803011" y="477062"/>
                  <a:pt x="753929" y="476048"/>
                  <a:pt x="705054" y="505015"/>
                </a:cubicBezTo>
                <a:cubicBezTo>
                  <a:pt x="698674" y="447490"/>
                  <a:pt x="718030" y="438181"/>
                  <a:pt x="705054" y="378257"/>
                </a:cubicBezTo>
                <a:cubicBezTo>
                  <a:pt x="769095" y="382044"/>
                  <a:pt x="794787" y="416355"/>
                  <a:pt x="883272" y="441636"/>
                </a:cubicBezTo>
                <a:close/>
                <a:moveTo>
                  <a:pt x="753889" y="129342"/>
                </a:moveTo>
                <a:cubicBezTo>
                  <a:pt x="719679" y="207239"/>
                  <a:pt x="693632" y="212830"/>
                  <a:pt x="672708" y="300194"/>
                </a:cubicBezTo>
                <a:cubicBezTo>
                  <a:pt x="643191" y="289293"/>
                  <a:pt x="623672" y="240816"/>
                  <a:pt x="583078" y="210564"/>
                </a:cubicBezTo>
                <a:cubicBezTo>
                  <a:pt x="639105" y="162981"/>
                  <a:pt x="693056" y="161219"/>
                  <a:pt x="753889" y="129342"/>
                </a:cubicBezTo>
                <a:close/>
                <a:moveTo>
                  <a:pt x="441636" y="0"/>
                </a:moveTo>
                <a:cubicBezTo>
                  <a:pt x="471676" y="72005"/>
                  <a:pt x="484869" y="124233"/>
                  <a:pt x="505015" y="178218"/>
                </a:cubicBezTo>
                <a:cubicBezTo>
                  <a:pt x="476970" y="192310"/>
                  <a:pt x="412113" y="173856"/>
                  <a:pt x="378257" y="178218"/>
                </a:cubicBezTo>
                <a:cubicBezTo>
                  <a:pt x="391979" y="93205"/>
                  <a:pt x="446528" y="51203"/>
                  <a:pt x="441636" y="0"/>
                </a:cubicBezTo>
                <a:close/>
                <a:moveTo>
                  <a:pt x="129342" y="129342"/>
                </a:moveTo>
                <a:cubicBezTo>
                  <a:pt x="175691" y="143662"/>
                  <a:pt x="215347" y="171714"/>
                  <a:pt x="300194" y="210564"/>
                </a:cubicBezTo>
                <a:cubicBezTo>
                  <a:pt x="277312" y="243866"/>
                  <a:pt x="242558" y="247671"/>
                  <a:pt x="210564" y="300194"/>
                </a:cubicBezTo>
                <a:cubicBezTo>
                  <a:pt x="174044" y="253659"/>
                  <a:pt x="161033" y="192033"/>
                  <a:pt x="129342" y="129342"/>
                </a:cubicBezTo>
                <a:close/>
                <a:moveTo>
                  <a:pt x="0" y="441636"/>
                </a:moveTo>
                <a:cubicBezTo>
                  <a:pt x="56748" y="420967"/>
                  <a:pt x="99266" y="429182"/>
                  <a:pt x="178218" y="378257"/>
                </a:cubicBezTo>
                <a:cubicBezTo>
                  <a:pt x="183300" y="415145"/>
                  <a:pt x="173955" y="478684"/>
                  <a:pt x="178218" y="505015"/>
                </a:cubicBezTo>
                <a:cubicBezTo>
                  <a:pt x="133593" y="505742"/>
                  <a:pt x="70536" y="462708"/>
                  <a:pt x="0" y="441636"/>
                </a:cubicBezTo>
                <a:close/>
                <a:moveTo>
                  <a:pt x="129342" y="753889"/>
                </a:moveTo>
                <a:cubicBezTo>
                  <a:pt x="141829" y="684508"/>
                  <a:pt x="189707" y="643170"/>
                  <a:pt x="210564" y="583078"/>
                </a:cubicBezTo>
                <a:cubicBezTo>
                  <a:pt x="243467" y="604624"/>
                  <a:pt x="252999" y="637026"/>
                  <a:pt x="300194" y="672708"/>
                </a:cubicBezTo>
                <a:cubicBezTo>
                  <a:pt x="252374" y="720066"/>
                  <a:pt x="183140" y="710425"/>
                  <a:pt x="129342" y="753889"/>
                </a:cubicBezTo>
                <a:close/>
                <a:moveTo>
                  <a:pt x="441636" y="883272"/>
                </a:moveTo>
                <a:cubicBezTo>
                  <a:pt x="415575" y="826358"/>
                  <a:pt x="403186" y="752009"/>
                  <a:pt x="378257" y="705054"/>
                </a:cubicBezTo>
                <a:cubicBezTo>
                  <a:pt x="415797" y="702636"/>
                  <a:pt x="455478" y="715592"/>
                  <a:pt x="505015" y="705054"/>
                </a:cubicBezTo>
                <a:cubicBezTo>
                  <a:pt x="506573" y="767133"/>
                  <a:pt x="445149" y="823669"/>
                  <a:pt x="441636" y="883272"/>
                </a:cubicBezTo>
                <a:close/>
                <a:moveTo>
                  <a:pt x="753889" y="753889"/>
                </a:moveTo>
                <a:cubicBezTo>
                  <a:pt x="668192" y="737010"/>
                  <a:pt x="667700" y="699821"/>
                  <a:pt x="583078" y="672708"/>
                </a:cubicBezTo>
                <a:cubicBezTo>
                  <a:pt x="603915" y="639344"/>
                  <a:pt x="648907" y="610759"/>
                  <a:pt x="672708" y="583078"/>
                </a:cubicBezTo>
                <a:cubicBezTo>
                  <a:pt x="701822" y="631765"/>
                  <a:pt x="699943" y="686479"/>
                  <a:pt x="753889" y="753889"/>
                </a:cubicBezTo>
                <a:close/>
                <a:moveTo>
                  <a:pt x="220818" y="441636"/>
                </a:moveTo>
                <a:cubicBezTo>
                  <a:pt x="250394" y="333681"/>
                  <a:pt x="318871" y="224131"/>
                  <a:pt x="441636" y="220818"/>
                </a:cubicBezTo>
                <a:cubicBezTo>
                  <a:pt x="582846" y="193029"/>
                  <a:pt x="659402" y="292591"/>
                  <a:pt x="662454" y="441636"/>
                </a:cubicBezTo>
                <a:cubicBezTo>
                  <a:pt x="638831" y="587044"/>
                  <a:pt x="559227" y="644204"/>
                  <a:pt x="441636" y="662454"/>
                </a:cubicBezTo>
                <a:cubicBezTo>
                  <a:pt x="325913" y="653795"/>
                  <a:pt x="193149" y="581866"/>
                  <a:pt x="220818" y="441636"/>
                </a:cubicBezTo>
                <a:close/>
              </a:path>
              <a:path w="883272" h="883272" stroke="0" extrusionOk="0">
                <a:moveTo>
                  <a:pt x="883272" y="441636"/>
                </a:moveTo>
                <a:cubicBezTo>
                  <a:pt x="810858" y="490914"/>
                  <a:pt x="754463" y="482950"/>
                  <a:pt x="705054" y="505015"/>
                </a:cubicBezTo>
                <a:cubicBezTo>
                  <a:pt x="701004" y="463786"/>
                  <a:pt x="709589" y="427990"/>
                  <a:pt x="705054" y="378257"/>
                </a:cubicBezTo>
                <a:cubicBezTo>
                  <a:pt x="759933" y="384676"/>
                  <a:pt x="832834" y="434562"/>
                  <a:pt x="883272" y="441636"/>
                </a:cubicBezTo>
                <a:close/>
                <a:moveTo>
                  <a:pt x="753889" y="129342"/>
                </a:moveTo>
                <a:cubicBezTo>
                  <a:pt x="743350" y="194343"/>
                  <a:pt x="686226" y="253578"/>
                  <a:pt x="672708" y="300194"/>
                </a:cubicBezTo>
                <a:cubicBezTo>
                  <a:pt x="647245" y="286029"/>
                  <a:pt x="626081" y="240716"/>
                  <a:pt x="583078" y="210564"/>
                </a:cubicBezTo>
                <a:cubicBezTo>
                  <a:pt x="652854" y="164912"/>
                  <a:pt x="688366" y="163100"/>
                  <a:pt x="753889" y="129342"/>
                </a:cubicBezTo>
                <a:close/>
                <a:moveTo>
                  <a:pt x="441636" y="0"/>
                </a:moveTo>
                <a:cubicBezTo>
                  <a:pt x="482829" y="75896"/>
                  <a:pt x="463056" y="108958"/>
                  <a:pt x="505015" y="178218"/>
                </a:cubicBezTo>
                <a:cubicBezTo>
                  <a:pt x="459803" y="186540"/>
                  <a:pt x="426076" y="170361"/>
                  <a:pt x="378257" y="178218"/>
                </a:cubicBezTo>
                <a:cubicBezTo>
                  <a:pt x="395780" y="118814"/>
                  <a:pt x="446184" y="44364"/>
                  <a:pt x="441636" y="0"/>
                </a:cubicBezTo>
                <a:close/>
                <a:moveTo>
                  <a:pt x="129342" y="129342"/>
                </a:moveTo>
                <a:cubicBezTo>
                  <a:pt x="196343" y="138395"/>
                  <a:pt x="226569" y="186178"/>
                  <a:pt x="300194" y="210564"/>
                </a:cubicBezTo>
                <a:cubicBezTo>
                  <a:pt x="277105" y="237155"/>
                  <a:pt x="237656" y="254646"/>
                  <a:pt x="210564" y="300194"/>
                </a:cubicBezTo>
                <a:cubicBezTo>
                  <a:pt x="181034" y="255094"/>
                  <a:pt x="161809" y="189743"/>
                  <a:pt x="129342" y="129342"/>
                </a:cubicBezTo>
                <a:close/>
                <a:moveTo>
                  <a:pt x="0" y="441636"/>
                </a:moveTo>
                <a:cubicBezTo>
                  <a:pt x="39922" y="404596"/>
                  <a:pt x="101086" y="412670"/>
                  <a:pt x="178218" y="378257"/>
                </a:cubicBezTo>
                <a:cubicBezTo>
                  <a:pt x="182609" y="424698"/>
                  <a:pt x="168548" y="461345"/>
                  <a:pt x="178218" y="505015"/>
                </a:cubicBezTo>
                <a:cubicBezTo>
                  <a:pt x="126436" y="492249"/>
                  <a:pt x="78014" y="445483"/>
                  <a:pt x="0" y="441636"/>
                </a:cubicBezTo>
                <a:close/>
                <a:moveTo>
                  <a:pt x="129342" y="753889"/>
                </a:moveTo>
                <a:cubicBezTo>
                  <a:pt x="159628" y="674988"/>
                  <a:pt x="197615" y="636709"/>
                  <a:pt x="210564" y="583078"/>
                </a:cubicBezTo>
                <a:cubicBezTo>
                  <a:pt x="259088" y="612780"/>
                  <a:pt x="278069" y="656514"/>
                  <a:pt x="300194" y="672708"/>
                </a:cubicBezTo>
                <a:cubicBezTo>
                  <a:pt x="271754" y="707013"/>
                  <a:pt x="191012" y="706534"/>
                  <a:pt x="129342" y="753889"/>
                </a:cubicBezTo>
                <a:close/>
                <a:moveTo>
                  <a:pt x="441636" y="883272"/>
                </a:moveTo>
                <a:cubicBezTo>
                  <a:pt x="395562" y="820345"/>
                  <a:pt x="418719" y="772155"/>
                  <a:pt x="378257" y="705054"/>
                </a:cubicBezTo>
                <a:cubicBezTo>
                  <a:pt x="426941" y="691684"/>
                  <a:pt x="474040" y="718397"/>
                  <a:pt x="505015" y="705054"/>
                </a:cubicBezTo>
                <a:cubicBezTo>
                  <a:pt x="474025" y="794251"/>
                  <a:pt x="455917" y="788082"/>
                  <a:pt x="441636" y="883272"/>
                </a:cubicBezTo>
                <a:close/>
                <a:moveTo>
                  <a:pt x="753889" y="753889"/>
                </a:moveTo>
                <a:cubicBezTo>
                  <a:pt x="696791" y="740598"/>
                  <a:pt x="665515" y="706768"/>
                  <a:pt x="583078" y="672708"/>
                </a:cubicBezTo>
                <a:cubicBezTo>
                  <a:pt x="598088" y="645220"/>
                  <a:pt x="648242" y="615789"/>
                  <a:pt x="672708" y="583078"/>
                </a:cubicBezTo>
                <a:cubicBezTo>
                  <a:pt x="700768" y="618852"/>
                  <a:pt x="728508" y="708929"/>
                  <a:pt x="753889" y="753889"/>
                </a:cubicBezTo>
                <a:close/>
                <a:moveTo>
                  <a:pt x="220818" y="441636"/>
                </a:moveTo>
                <a:cubicBezTo>
                  <a:pt x="214629" y="314413"/>
                  <a:pt x="305632" y="223641"/>
                  <a:pt x="441636" y="220818"/>
                </a:cubicBezTo>
                <a:cubicBezTo>
                  <a:pt x="592967" y="231653"/>
                  <a:pt x="659835" y="333574"/>
                  <a:pt x="662454" y="441636"/>
                </a:cubicBezTo>
                <a:cubicBezTo>
                  <a:pt x="657195" y="564567"/>
                  <a:pt x="594659" y="651365"/>
                  <a:pt x="441636" y="662454"/>
                </a:cubicBezTo>
                <a:cubicBezTo>
                  <a:pt x="307180" y="666698"/>
                  <a:pt x="213763" y="565005"/>
                  <a:pt x="220818" y="441636"/>
                </a:cubicBezTo>
                <a:close/>
              </a:path>
            </a:pathLst>
          </a:custGeom>
          <a:gradFill flip="none" rotWithShape="1">
            <a:gsLst>
              <a:gs pos="0">
                <a:srgbClr val="FFFF00">
                  <a:tint val="66000"/>
                  <a:satMod val="160000"/>
                </a:srgbClr>
              </a:gs>
              <a:gs pos="50000">
                <a:srgbClr val="FFFF00">
                  <a:tint val="44500"/>
                  <a:satMod val="160000"/>
                </a:srgbClr>
              </a:gs>
              <a:gs pos="100000">
                <a:srgbClr val="FFFF00">
                  <a:tint val="23500"/>
                  <a:satMod val="160000"/>
                </a:srgbClr>
              </a:gs>
            </a:gsLst>
            <a:lin ang="2700000" scaled="1"/>
            <a:tileRect/>
          </a:gradFill>
          <a:ln w="12700">
            <a:solidFill>
              <a:srgbClr val="FFC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1723623046">
                  <a:prstGeom prst="su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4 точки 11">
            <a:extLst>
              <a:ext uri="{FF2B5EF4-FFF2-40B4-BE49-F238E27FC236}">
                <a16:creationId xmlns:a16="http://schemas.microsoft.com/office/drawing/2014/main" id="{AE1068D1-FA59-C73B-7EF8-9645182DBAE6}"/>
              </a:ext>
            </a:extLst>
          </p:cNvPr>
          <p:cNvSpPr/>
          <p:nvPr/>
        </p:nvSpPr>
        <p:spPr>
          <a:xfrm>
            <a:off x="11756088" y="6458378"/>
            <a:ext cx="1078176" cy="1078176"/>
          </a:xfrm>
          <a:custGeom>
            <a:avLst/>
            <a:gdLst>
              <a:gd name="connsiteX0" fmla="*/ 0 w 1078176"/>
              <a:gd name="connsiteY0" fmla="*/ 539088 h 1078176"/>
              <a:gd name="connsiteX1" fmla="*/ 443790 w 1078176"/>
              <a:gd name="connsiteY1" fmla="*/ 443790 h 1078176"/>
              <a:gd name="connsiteX2" fmla="*/ 539088 w 1078176"/>
              <a:gd name="connsiteY2" fmla="*/ 0 h 1078176"/>
              <a:gd name="connsiteX3" fmla="*/ 634386 w 1078176"/>
              <a:gd name="connsiteY3" fmla="*/ 443790 h 1078176"/>
              <a:gd name="connsiteX4" fmla="*/ 1078176 w 1078176"/>
              <a:gd name="connsiteY4" fmla="*/ 539088 h 1078176"/>
              <a:gd name="connsiteX5" fmla="*/ 634386 w 1078176"/>
              <a:gd name="connsiteY5" fmla="*/ 634386 h 1078176"/>
              <a:gd name="connsiteX6" fmla="*/ 539088 w 1078176"/>
              <a:gd name="connsiteY6" fmla="*/ 1078176 h 1078176"/>
              <a:gd name="connsiteX7" fmla="*/ 443790 w 1078176"/>
              <a:gd name="connsiteY7" fmla="*/ 634386 h 1078176"/>
              <a:gd name="connsiteX8" fmla="*/ 0 w 1078176"/>
              <a:gd name="connsiteY8" fmla="*/ 539088 h 1078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8176" h="1078176" fill="none" extrusionOk="0">
                <a:moveTo>
                  <a:pt x="0" y="539088"/>
                </a:moveTo>
                <a:cubicBezTo>
                  <a:pt x="131944" y="486543"/>
                  <a:pt x="256719" y="527949"/>
                  <a:pt x="443790" y="443790"/>
                </a:cubicBezTo>
                <a:cubicBezTo>
                  <a:pt x="449400" y="296710"/>
                  <a:pt x="549670" y="155688"/>
                  <a:pt x="539088" y="0"/>
                </a:cubicBezTo>
                <a:cubicBezTo>
                  <a:pt x="583917" y="119648"/>
                  <a:pt x="591597" y="354408"/>
                  <a:pt x="634386" y="443790"/>
                </a:cubicBezTo>
                <a:cubicBezTo>
                  <a:pt x="775508" y="447494"/>
                  <a:pt x="879838" y="522050"/>
                  <a:pt x="1078176" y="539088"/>
                </a:cubicBezTo>
                <a:cubicBezTo>
                  <a:pt x="885936" y="606718"/>
                  <a:pt x="754457" y="584393"/>
                  <a:pt x="634386" y="634386"/>
                </a:cubicBezTo>
                <a:cubicBezTo>
                  <a:pt x="636541" y="806222"/>
                  <a:pt x="526701" y="890131"/>
                  <a:pt x="539088" y="1078176"/>
                </a:cubicBezTo>
                <a:cubicBezTo>
                  <a:pt x="453445" y="938091"/>
                  <a:pt x="530330" y="845499"/>
                  <a:pt x="443790" y="634386"/>
                </a:cubicBezTo>
                <a:cubicBezTo>
                  <a:pt x="339874" y="618390"/>
                  <a:pt x="217851" y="547194"/>
                  <a:pt x="0" y="539088"/>
                </a:cubicBezTo>
                <a:close/>
              </a:path>
              <a:path w="1078176" h="1078176" stroke="0" extrusionOk="0">
                <a:moveTo>
                  <a:pt x="0" y="539088"/>
                </a:moveTo>
                <a:cubicBezTo>
                  <a:pt x="132265" y="476966"/>
                  <a:pt x="320360" y="514584"/>
                  <a:pt x="443790" y="443790"/>
                </a:cubicBezTo>
                <a:cubicBezTo>
                  <a:pt x="444825" y="343347"/>
                  <a:pt x="529752" y="139295"/>
                  <a:pt x="539088" y="0"/>
                </a:cubicBezTo>
                <a:cubicBezTo>
                  <a:pt x="612290" y="102251"/>
                  <a:pt x="566224" y="241859"/>
                  <a:pt x="634386" y="443790"/>
                </a:cubicBezTo>
                <a:cubicBezTo>
                  <a:pt x="847192" y="461665"/>
                  <a:pt x="956728" y="550684"/>
                  <a:pt x="1078176" y="539088"/>
                </a:cubicBezTo>
                <a:cubicBezTo>
                  <a:pt x="936768" y="623979"/>
                  <a:pt x="733476" y="564086"/>
                  <a:pt x="634386" y="634386"/>
                </a:cubicBezTo>
                <a:cubicBezTo>
                  <a:pt x="638052" y="740533"/>
                  <a:pt x="549346" y="898972"/>
                  <a:pt x="539088" y="1078176"/>
                </a:cubicBezTo>
                <a:cubicBezTo>
                  <a:pt x="475034" y="890681"/>
                  <a:pt x="480954" y="765453"/>
                  <a:pt x="443790" y="634386"/>
                </a:cubicBezTo>
                <a:cubicBezTo>
                  <a:pt x="268335" y="649034"/>
                  <a:pt x="176874" y="531026"/>
                  <a:pt x="0" y="539088"/>
                </a:cubicBez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accent5">
                <a:lumMod val="20000"/>
                <a:lumOff val="80000"/>
              </a:schemeClr>
            </a:solidFill>
            <a:extLst>
              <a:ext uri="{C807C97D-BFC1-408E-A445-0C87EB9F89A2}">
                <ask:lineSketchStyleProps xmlns:ask="http://schemas.microsoft.com/office/drawing/2018/sketchyshapes" sd="1706085624">
                  <a:prstGeom prst="star4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825A89-FF26-7F52-7A4B-B4C23E03D6F9}"/>
              </a:ext>
            </a:extLst>
          </p:cNvPr>
          <p:cNvSpPr txBox="1"/>
          <p:nvPr/>
        </p:nvSpPr>
        <p:spPr>
          <a:xfrm>
            <a:off x="2975986" y="2768843"/>
            <a:ext cx="6240027" cy="7078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indent="226695" algn="ctr">
              <a:buNone/>
            </a:pPr>
            <a:r>
              <a:rPr lang="ru-RU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Спасибо за внимание!!!</a:t>
            </a:r>
            <a:endParaRPr lang="ru-RU" sz="4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50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10000"/>
    </mc:Choice>
    <mc:Fallback xmlns="">
      <p:transition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8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1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407 0.24213 L -0.20755 -0.1787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81" y="-2104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1" grpId="1" animBg="1"/>
      <p:bldP spid="12" grpId="0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</TotalTime>
  <Words>1130</Words>
  <Application>Microsoft Office PowerPoint</Application>
  <PresentationFormat>Широкоэкранный</PresentationFormat>
  <Paragraphs>252</Paragraphs>
  <Slides>88</Slides>
  <Notes>2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88</vt:i4>
      </vt:variant>
    </vt:vector>
  </HeadingPairs>
  <TitlesOfParts>
    <vt:vector size="93" baseType="lpstr">
      <vt:lpstr>Aptos</vt:lpstr>
      <vt:lpstr>Aptos Display</vt:lpstr>
      <vt:lpstr>Arial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>Чернов С.А.</Manager>
  <Company>ООО «Профи-центр»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Отчёт по производственной практике</dc:title>
  <dc:subject>ПП -презентация</dc:subject>
  <dc:creator>ncuxoseeliq</dc:creator>
  <cp:keywords>ПП; ИТ; -презентация</cp:keywords>
  <dc:description>нет</dc:description>
  <cp:lastModifiedBy>nikintosik.ogorodnik@bk.ru</cp:lastModifiedBy>
  <cp:revision>10</cp:revision>
  <dcterms:created xsi:type="dcterms:W3CDTF">2025-05-25T15:20:52Z</dcterms:created>
  <dcterms:modified xsi:type="dcterms:W3CDTF">2025-06-02T10:52:35Z</dcterms:modified>
  <cp:category>ИТ</cp:category>
  <dc:language>Русский</dc:language>
  <cp:version>ПП22ИТ24 -прз</cp:version>
</cp:coreProperties>
</file>