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89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Краткое, ёмкое вступление. Цель презентации: объяснить формы, дать примеры и экономический смысл.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5–7 минут: этот слайд как дорожная карта.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Пример: Газпром (структуры, дочерние компании). Обратить внимание на доступ к ресурсам и политические / рыночные риски.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Пример: РСПП. Полезна для стандартизации и входа в большие проекты.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Часто используется в инфраструктуре и добыче. Удобен при сложных проектах и рисках.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Исторические примеры: металлургия, сахарная промышленность; сегодня — более скрытые формы кооперации.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Примеры: АФК «Система», «Базовый элемент». Важна стабильность банковского сектора.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Таблица для быстрого сравнения и принятия решений.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Ключевые факторы: доступ к ресурсам, санкции, ставка ЦБ, государственная политика.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Короткий чек-лист решения для бизнеса.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Завершающий слайд. Предложить раздаточный материал.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599" y="268740"/>
            <a:ext cx="11731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3050"/>
                </a:solidFill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Организационно-экономические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формы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объединений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бизнеса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851" y="930478"/>
            <a:ext cx="85959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506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Концерн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Ассоциация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Консорциум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Синдикат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ФПГ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понятным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языком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1681" y="1930288"/>
            <a:ext cx="6690697" cy="4460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D541C-905B-CD47-B25D-F92CCE16CFE7}"/>
              </a:ext>
            </a:extLst>
          </p:cNvPr>
          <p:cNvSpPr txBox="1"/>
          <p:nvPr/>
        </p:nvSpPr>
        <p:spPr>
          <a:xfrm>
            <a:off x="228599" y="5373859"/>
            <a:ext cx="3627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4 курса,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22ИТ24,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Кошкаровский Никита Алексеевич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9980" y="1818265"/>
            <a:ext cx="6160723" cy="36718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505" y="287383"/>
            <a:ext cx="19227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4466"/>
                </a:solidFill>
              </a:defRPr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4551" y="2361521"/>
            <a:ext cx="45215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кратко и наглядно рассмотрим организационно-экономические формы объединений бизнеса, такие как: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Концерн; 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Ассоциация; 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Консорциум; 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Синдикат;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Финансово-промышленную группу (ФПГ).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17896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4466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Концерн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474892"/>
            <a:ext cx="549142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координации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инвестиций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рисками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централизованный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юридическая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самостоятельность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участниц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Изюминка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держит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свою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общие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12" y="2202825"/>
            <a:ext cx="5622278" cy="24523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241867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4466"/>
                </a:solidFill>
              </a:defRPr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Ассоциация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474892"/>
            <a:ext cx="593355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защищать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общие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интересы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лоббирование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добровольное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членство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некоммерческий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Изюминка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помогает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компаниям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влиять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игры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99318" y="1508759"/>
            <a:ext cx="3763720" cy="3840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24735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4466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Консорциум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474892"/>
            <a:ext cx="5903407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строительство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месторождение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т.п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.).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компетенций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общая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Изюминка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звёздная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один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расходятся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99441" y="1692031"/>
            <a:ext cx="5136561" cy="3473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202888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4466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Синдикат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474892"/>
            <a:ext cx="520002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сбытом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закупками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производителями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однородной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координация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потери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юридической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самостоятельности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риск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монополизации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Изюминка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эффективен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стабилизации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рынка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надзором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антимонопольных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органов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5813" y="1301242"/>
            <a:ext cx="5635336" cy="4255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11176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44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ФПГ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6393"/>
            <a:ext cx="535074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промышленных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активов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инвестиций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собственности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участие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предприятий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Изюминка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перераспределять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80879" y="844524"/>
            <a:ext cx="5079294" cy="5168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51766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когда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878277"/>
              </p:ext>
            </p:extLst>
          </p:nvPr>
        </p:nvGraphicFramePr>
        <p:xfrm>
          <a:off x="457200" y="15087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 err="1"/>
                        <a:t>Форма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Цель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Срок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Пример (РФ)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Концерн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Координация масштабных активов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Длительно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Газпром и его структуры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Ассоциация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Защита интересов, стандарты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Постоянно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РСПП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Консорциум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Реализация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Временно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Строительные/энергетические проекты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Синдикат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Управление сбытом/ценами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По проекту/периоду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Исторические отрасли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ФПГ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Интеграция фин. и пром. активов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Длительно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АФК «</a:t>
                      </a:r>
                      <a:r>
                        <a:rPr dirty="0" err="1"/>
                        <a:t>Система</a:t>
                      </a:r>
                      <a:r>
                        <a:rPr dirty="0"/>
                        <a:t>», «</a:t>
                      </a:r>
                      <a:r>
                        <a:rPr dirty="0" err="1"/>
                        <a:t>БазЭлемент</a:t>
                      </a:r>
                      <a:r>
                        <a:rPr dirty="0"/>
                        <a:t>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633686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4466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роль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336393"/>
            <a:ext cx="575268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Концерны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ФПГ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игроки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отраслях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Консорциумы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помогают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крупные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инфраструктурные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Ассоциации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усилили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стандартах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импортозамещении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синдикаты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ограничиваются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законом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6189" y="1712835"/>
            <a:ext cx="4975436" cy="34323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42783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4466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советы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574919"/>
            <a:ext cx="628524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долгосрочной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кооперации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концерн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ФПГ.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разовой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консорциум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Чтобы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влиять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игры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вступайте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ассоциацию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Будьте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осторожны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синдикатами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проверяйте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антимонопольное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86959" y="1737154"/>
            <a:ext cx="4544666" cy="33836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7735" y="1523328"/>
            <a:ext cx="7622686" cy="38113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244368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4466"/>
                </a:solidFill>
              </a:defRPr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436420"/>
            <a:ext cx="5903407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Подводя итоги: мы увидели пять инструментов кооперации бизнеса, каждый с чёткой ролью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выбирайте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прозрачность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рисков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закону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A6A98C-C386-19FC-369D-FF00D1CA9B27}"/>
              </a:ext>
            </a:extLst>
          </p:cNvPr>
          <p:cNvSpPr txBox="1"/>
          <p:nvPr/>
        </p:nvSpPr>
        <p:spPr>
          <a:xfrm>
            <a:off x="1128014" y="3044279"/>
            <a:ext cx="99327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4466"/>
                </a:solidFill>
              </a:defRPr>
            </a:pPr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внимание!!!</a:t>
            </a:r>
            <a:endParaRPr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875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564</Words>
  <Application>Microsoft Office PowerPoint</Application>
  <PresentationFormat>Произвольный</PresentationFormat>
  <Paragraphs>81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1</dc:creator>
  <cp:keywords/>
  <dc:description>generated using python-pptx</dc:description>
  <cp:lastModifiedBy>nikintosik.ogorodnik@bk.ru</cp:lastModifiedBy>
  <cp:revision>2</cp:revision>
  <dcterms:created xsi:type="dcterms:W3CDTF">2013-01-27T09:14:16Z</dcterms:created>
  <dcterms:modified xsi:type="dcterms:W3CDTF">2025-09-08T10:43:25Z</dcterms:modified>
  <cp:category/>
</cp:coreProperties>
</file>