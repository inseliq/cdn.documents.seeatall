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58" r:id="rId5"/>
    <p:sldId id="259" r:id="rId6"/>
    <p:sldId id="271" r:id="rId7"/>
    <p:sldId id="260" r:id="rId8"/>
    <p:sldId id="272" r:id="rId9"/>
    <p:sldId id="261" r:id="rId10"/>
    <p:sldId id="273" r:id="rId11"/>
    <p:sldId id="274" r:id="rId12"/>
    <p:sldId id="275" r:id="rId13"/>
    <p:sldId id="276" r:id="rId14"/>
    <p:sldId id="279" r:id="rId15"/>
    <p:sldId id="277" r:id="rId16"/>
    <p:sldId id="278" r:id="rId17"/>
    <p:sldId id="280" r:id="rId18"/>
    <p:sldId id="281" r:id="rId19"/>
    <p:sldId id="282" r:id="rId20"/>
    <p:sldId id="283" r:id="rId21"/>
    <p:sldId id="264" r:id="rId22"/>
    <p:sldId id="285" r:id="rId23"/>
    <p:sldId id="269" r:id="rId24"/>
    <p:sldId id="284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>
        <p:scale>
          <a:sx n="75" d="100"/>
          <a:sy n="75" d="100"/>
        </p:scale>
        <p:origin x="92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32119-9DFE-BAA2-71D5-DFBFD1A573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15284DD-CDBA-9E93-5B8F-16B3347C8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C648CC-E68C-1376-8090-C5400F64F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120F0-0B94-47E7-98EB-19DF97A01BB1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29D508-7361-0B01-83CD-9F3C05285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CA41E7-0BBA-BB90-D1CB-CB8A68484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E69B5-2BCE-40FF-BAC7-DED04C003F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124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7A431D-87C2-8378-2BB8-32592A5DA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FE8A57-B67B-7426-ADF9-A37693FA0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2E5498-A02C-7F72-0E3F-3F9889770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120F0-0B94-47E7-98EB-19DF97A01BB1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2ADE16-16E2-4F52-DCA0-89766BC78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0D0F6A-8256-93BD-B0DE-821ADCCA6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E69B5-2BCE-40FF-BAC7-DED04C003F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1315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3AD3A9-7F34-4920-59C3-2FABD136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52DDCE4-DF09-3833-0AF7-5DC316695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2ABCA8-E533-7963-1FF7-E01B29DA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120F0-0B94-47E7-98EB-19DF97A01BB1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F41C72-8289-97CB-5A07-58BA1AC2C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D73267-1BFF-18E1-55E8-85EDE4589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E69B5-2BCE-40FF-BAC7-DED04C003F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63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3D535C-F652-C9C3-06AD-86F88D4A5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1E4AC2-D7E5-A28F-33A3-3F902FA19F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DC4D71C-602D-725B-5FF2-1FD47D740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AB2706-0CF6-1539-B08A-DB16BA49F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120F0-0B94-47E7-98EB-19DF97A01BB1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0805828-81D4-E8DA-8DED-098177E0C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A8AAC4-4714-E72D-72B7-E21962271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E69B5-2BCE-40FF-BAC7-DED04C003F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6278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4E576B-D84C-1C3D-7421-438DF6E4A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6C0F225-D341-00EA-CC67-EA75D229F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5AA9043-AC6D-DEC5-CD95-DD5481BE6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662FDD7-2E5A-C7BD-3328-7EB4522326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1AAF8CE-2948-B8B9-1B8B-13761B839E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20BBA55-8E1A-475B-ADC6-813D92558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120F0-0B94-47E7-98EB-19DF97A01BB1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7F14420-FB0A-3704-9CBA-9851BFDDA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06000DB-2988-3513-FCFA-287F9E03A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E69B5-2BCE-40FF-BAC7-DED04C003F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4659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D63B7B-5CA4-C1C3-344A-97FCC47DF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2FBE603-FE25-5B73-7AF3-057113CB4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120F0-0B94-47E7-98EB-19DF97A01BB1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182CA9A-3B18-7F2A-5F16-5D3E58F6D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9D1F2B6-5F27-41F3-A84D-346B0935A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E69B5-2BCE-40FF-BAC7-DED04C003F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6833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4B23898-B905-C37A-BDF3-5686ECA35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120F0-0B94-47E7-98EB-19DF97A01BB1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D132848-D5A7-ED5F-CED3-0FD8CAC74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96E8D9-DADF-2C53-4292-FE88410B1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E69B5-2BCE-40FF-BAC7-DED04C003F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4293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B69346-F6A6-DC35-B079-87B835655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63F2BB-E4FA-056B-5F23-A975A65CC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7EDD13E-6EDF-9FC0-6833-E24D0D023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F0BF5E9-38EA-48C4-09FC-92A9A4F13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120F0-0B94-47E7-98EB-19DF97A01BB1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3C9050-DCF7-777C-78C1-848BF3354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9C85F4-0E94-BBF6-B714-89C81C474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E69B5-2BCE-40FF-BAC7-DED04C003F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5850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C19592-3E21-3538-C940-468F91EAA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8EDB636-BA29-CA9B-8D0E-0F5DBA1A99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68EF16-0B20-D8D7-9AA4-85CD27C1E1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F000439-9323-0122-5FD1-AEAF1ED1B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120F0-0B94-47E7-98EB-19DF97A01BB1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BF1B2FE-B0A7-7B3D-5603-E2F184F71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B510916-34E7-ED3D-D8CF-9D3A018BE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E69B5-2BCE-40FF-BAC7-DED04C003F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7541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EEEB18-D66E-8DD4-BABC-AA8485C62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FA2766A-AFB4-4BA5-973D-2C7E17C09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18D700-D170-3E71-C620-93A5D2397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120F0-0B94-47E7-98EB-19DF97A01BB1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491326-E2A5-9E0F-1DB3-0D1183717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AEAB80-C8B5-DFEA-D675-71A168B6F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E69B5-2BCE-40FF-BAC7-DED04C003F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2501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5CC29AB-C3C8-5641-090E-05D1D7AF80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54BD5C8-4D89-E2FF-6AEC-52A23C1B12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E1E034-6DAF-3A09-D435-44CED831E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120F0-0B94-47E7-98EB-19DF97A01BB1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6A5E2F-29C5-41D8-0C87-0503EEBD5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B00522-AD0F-E051-9F4F-E02EC61C1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E69B5-2BCE-40FF-BAC7-DED04C003F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8047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5B8E2D-3DF1-4B4A-2C79-2E811B1F4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1568AC3-BB5F-834C-D334-A263387C6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E92623-D858-2B3D-32C1-FCD53CAD15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D120F0-0B94-47E7-98EB-19DF97A01BB1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A84801-7354-ACF7-C008-E91A0A66FB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AB3C37-CA49-9FFB-D65F-F7FA311FD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BE69B5-2BCE-40FF-BAC7-DED04C003F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9929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1789D4-76C2-8B40-617C-24DFA0A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9016" y="2114779"/>
            <a:ext cx="9893968" cy="646331"/>
          </a:xfrm>
        </p:spPr>
        <p:txBody>
          <a:bodyPr>
            <a:normAutofit/>
          </a:bodyPr>
          <a:lstStyle/>
          <a:p>
            <a:r>
              <a:rPr lang="ru-RU" sz="3200" dirty="0"/>
              <a:t>ПМ.08 «Разработка дизайна веб-приложения»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405077B-3174-0F94-03E7-16B7F615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9895" y="4882264"/>
            <a:ext cx="4269983" cy="1655762"/>
          </a:xfrm>
        </p:spPr>
        <p:txBody>
          <a:bodyPr>
            <a:normAutofit/>
          </a:bodyPr>
          <a:lstStyle/>
          <a:p>
            <a:pPr algn="r"/>
            <a:r>
              <a:rPr lang="ru-RU" sz="2000" dirty="0"/>
              <a:t>Выполнил:</a:t>
            </a:r>
          </a:p>
          <a:p>
            <a:pPr algn="r"/>
            <a:r>
              <a:rPr lang="ru-RU" sz="2000" dirty="0"/>
              <a:t>Студент группы 22ИТ24</a:t>
            </a:r>
          </a:p>
          <a:p>
            <a:pPr algn="r"/>
            <a:r>
              <a:rPr lang="ru-RU" sz="2000" dirty="0" err="1"/>
              <a:t>Кошкаровский</a:t>
            </a:r>
            <a:r>
              <a:rPr lang="ru-RU" sz="2000" dirty="0"/>
              <a:t> Никита Алексеевич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826119-BAD4-F5AF-1EE0-385CD2FFAB94}"/>
              </a:ext>
            </a:extLst>
          </p:cNvPr>
          <p:cNvSpPr txBox="1"/>
          <p:nvPr/>
        </p:nvSpPr>
        <p:spPr>
          <a:xfrm>
            <a:off x="2362200" y="458147"/>
            <a:ext cx="746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ГАПОУ ПО «Пензенский колледж информационных и промышленных технологий (ИТ-колледж)»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12F9DD2-38E8-4B05-33B0-9F30639F7037}"/>
              </a:ext>
            </a:extLst>
          </p:cNvPr>
          <p:cNvSpPr txBox="1">
            <a:spLocks/>
          </p:cNvSpPr>
          <p:nvPr/>
        </p:nvSpPr>
        <p:spPr>
          <a:xfrm>
            <a:off x="1149016" y="3336939"/>
            <a:ext cx="9893968" cy="6463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Разработка сайта для кланов игры Мир Танков</a:t>
            </a:r>
          </a:p>
        </p:txBody>
      </p:sp>
    </p:spTree>
    <p:extLst>
      <p:ext uri="{BB962C8B-B14F-4D97-AF65-F5344CB8AC3E}">
        <p14:creationId xmlns:p14="http://schemas.microsoft.com/office/powerpoint/2010/main" val="2630785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D58F46-3891-B596-17B4-1768A23C7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Цель - проектирование дизайна для сайта игры</a:t>
            </a:r>
            <a:br>
              <a:rPr lang="ru-RU" sz="3600" dirty="0"/>
            </a:br>
            <a:r>
              <a:rPr lang="ru-RU" sz="3600" dirty="0"/>
              <a:t>«Мир танков»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0ABE34D-F874-9526-B890-06BBF1BF83E2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275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Задачи:</a:t>
            </a:r>
            <a:endParaRPr lang="en-US" sz="3600" dirty="0"/>
          </a:p>
          <a:p>
            <a:pPr marL="571500" indent="-571500" fontAlgn="base">
              <a:buFont typeface="Symbol" panose="05050102010706020507" pitchFamily="18" charset="2"/>
              <a:buChar char=""/>
            </a:pPr>
            <a:r>
              <a:rPr lang="ru-RU" sz="3200" dirty="0"/>
              <a:t>разработать концепцию и содержание проекта;</a:t>
            </a:r>
          </a:p>
          <a:p>
            <a:pPr marL="571500" indent="-571500" fontAlgn="base">
              <a:buFont typeface="Symbol" panose="05050102010706020507" pitchFamily="18" charset="2"/>
              <a:buChar char=""/>
            </a:pPr>
            <a:r>
              <a:rPr lang="ru-RU" sz="3200" dirty="0"/>
              <a:t>определить критерии качества дизайна проекта;</a:t>
            </a:r>
          </a:p>
          <a:p>
            <a:pPr marL="571500" indent="-571500" fontAlgn="base">
              <a:buFont typeface="Symbol" panose="05050102010706020507" pitchFamily="18" charset="2"/>
              <a:buChar char=""/>
            </a:pPr>
            <a:r>
              <a:rPr lang="ru-RU" sz="3200" dirty="0"/>
              <a:t>подобрать и обосновать инструментальные средства разработки;</a:t>
            </a:r>
          </a:p>
          <a:p>
            <a:pPr marL="571500" indent="-571500" fontAlgn="base">
              <a:buFont typeface="Symbol" panose="05050102010706020507" pitchFamily="18" charset="2"/>
              <a:buChar char=""/>
            </a:pPr>
            <a:r>
              <a:rPr lang="ru-RU" sz="3200" dirty="0"/>
              <a:t>создать фирменный стиль проекта;</a:t>
            </a:r>
          </a:p>
          <a:p>
            <a:pPr marL="571500" indent="-571500" fontAlgn="base">
              <a:buFont typeface="Symbol" panose="05050102010706020507" pitchFamily="18" charset="2"/>
              <a:buChar char=""/>
            </a:pPr>
            <a:r>
              <a:rPr lang="ru-RU" sz="3200" dirty="0"/>
              <a:t>разработать визуальное оформление пользовательского интерфейса.</a:t>
            </a:r>
          </a:p>
        </p:txBody>
      </p:sp>
    </p:spTree>
    <p:extLst>
      <p:ext uri="{BB962C8B-B14F-4D97-AF65-F5344CB8AC3E}">
        <p14:creationId xmlns:p14="http://schemas.microsoft.com/office/powerpoint/2010/main" val="2589506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008F9938-EFFF-C324-BF7D-BF395661A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666521"/>
              </p:ext>
            </p:extLst>
          </p:nvPr>
        </p:nvGraphicFramePr>
        <p:xfrm>
          <a:off x="485192" y="419878"/>
          <a:ext cx="11327364" cy="4718703"/>
        </p:xfrm>
        <a:graphic>
          <a:graphicData uri="http://schemas.openxmlformats.org/drawingml/2006/table">
            <a:tbl>
              <a:tblPr/>
              <a:tblGrid>
                <a:gridCol w="5663682">
                  <a:extLst>
                    <a:ext uri="{9D8B030D-6E8A-4147-A177-3AD203B41FA5}">
                      <a16:colId xmlns:a16="http://schemas.microsoft.com/office/drawing/2014/main" val="241422248"/>
                    </a:ext>
                  </a:extLst>
                </a:gridCol>
                <a:gridCol w="5663682">
                  <a:extLst>
                    <a:ext uri="{9D8B030D-6E8A-4147-A177-3AD203B41FA5}">
                      <a16:colId xmlns:a16="http://schemas.microsoft.com/office/drawing/2014/main" val="577236802"/>
                    </a:ext>
                  </a:extLst>
                </a:gridCol>
              </a:tblGrid>
              <a:tr h="428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1"/>
                        <a:t>Функциональные требования</a:t>
                      </a:r>
                      <a:endParaRPr lang="ru-RU" sz="1600"/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1"/>
                        <a:t>Нефункциональные требования</a:t>
                      </a:r>
                      <a:endParaRPr lang="ru-RU" sz="1600"/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289805"/>
                  </a:ext>
                </a:extLst>
              </a:tr>
              <a:tr h="428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/>
                        <a:t>Просмотр личной статистики игроков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/>
                        <a:t>Высокая производительность (быстрая загрузка страниц)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198021"/>
                  </a:ext>
                </a:extLst>
              </a:tr>
              <a:tr h="428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Просмотр клановой статистики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/>
                        <a:t>Стабильность работы при нагрузке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5317075"/>
                  </a:ext>
                </a:extLst>
              </a:tr>
              <a:tr h="4289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/>
                        <a:t>Управление профилем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Безопасность данных (SSL, защита от XSS, SQL-инъекций)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1370402"/>
                  </a:ext>
                </a:extLst>
              </a:tr>
              <a:tr h="428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Просмотр и участие в турнирах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Удобство использования (интуитивный интерфейс)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352402"/>
                  </a:ext>
                </a:extLst>
              </a:tr>
              <a:tr h="4289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/>
                        <a:t>Автоматическая синхронизация данных пользователя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Адаптивность (мобильные устройства, разные браузеры)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695597"/>
                  </a:ext>
                </a:extLst>
              </a:tr>
              <a:tr h="428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Управление кланом (резервы, бои, состав)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Логирование и мониторинг ошибок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7010450"/>
                  </a:ext>
                </a:extLst>
              </a:tr>
              <a:tr h="4289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/>
                        <a:t>Интеграция с внешними сервисами (</a:t>
                      </a:r>
                      <a:r>
                        <a:rPr lang="ru-RU" sz="1600" dirty="0" err="1"/>
                        <a:t>Lesta</a:t>
                      </a:r>
                      <a:r>
                        <a:rPr lang="en-US" sz="1600" dirty="0"/>
                        <a:t>OpenID</a:t>
                      </a:r>
                      <a:r>
                        <a:rPr lang="ru-RU" sz="1600" dirty="0"/>
                        <a:t>)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Возможность расширения функционала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0637480"/>
                  </a:ext>
                </a:extLst>
              </a:tr>
              <a:tr h="428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Разграничение ролей (гость, пользователь, админ)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Поддержка современной архитектуры (SPA, API)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7332593"/>
                  </a:ext>
                </a:extLst>
              </a:tr>
              <a:tr h="428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Просмотр новостей и событий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Отзывчивость интерфейса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633373"/>
                  </a:ext>
                </a:extLst>
              </a:tr>
              <a:tr h="428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Каталог техники и аналитика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Минимизация действий пользователя (</a:t>
                      </a:r>
                      <a:r>
                        <a:rPr lang="en-US" sz="1600" dirty="0"/>
                        <a:t>UX)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7418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9773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D58F46-3891-B596-17B4-1768A23C7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Карта сайта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8AB6FE-8350-5C3A-D41D-333EF82258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29" y="1767696"/>
            <a:ext cx="11781541" cy="332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670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D58F46-3891-B596-17B4-1768A23C7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798" y="439770"/>
            <a:ext cx="4293637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Диаграмма вариантов использования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34F8207-E364-3972-FD82-A0EE88664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504" y="124557"/>
            <a:ext cx="4636280" cy="6608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704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EA0D4-702E-93AC-AF41-0DC91F17F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107DF6-98D1-7659-3B8A-5E5B187C5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9153"/>
          </a:xfrm>
        </p:spPr>
        <p:txBody>
          <a:bodyPr>
            <a:normAutofit/>
          </a:bodyPr>
          <a:lstStyle/>
          <a:p>
            <a:r>
              <a:rPr lang="ru-RU" dirty="0"/>
              <a:t>Логотип сайта: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3E91FB2-82B3-3A37-EB4F-C0AC81C557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61098" y="2084033"/>
            <a:ext cx="8069804" cy="268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968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D58F46-3891-B596-17B4-1768A23C7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18442"/>
          </a:xfrm>
        </p:spPr>
        <p:txBody>
          <a:bodyPr>
            <a:normAutofit/>
          </a:bodyPr>
          <a:lstStyle/>
          <a:p>
            <a:r>
              <a:rPr lang="ru-RU" dirty="0"/>
              <a:t>Цветовая палитра сайта: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37CC5B1-1CD7-4C5E-E065-85033C686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61098" y="1721926"/>
            <a:ext cx="8069804" cy="341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332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F3048-C201-D732-EF5F-2CD652CDB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12AEC-6BD6-48F6-9769-68ABF2B33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9153"/>
          </a:xfrm>
        </p:spPr>
        <p:txBody>
          <a:bodyPr>
            <a:normAutofit/>
          </a:bodyPr>
          <a:lstStyle/>
          <a:p>
            <a:r>
              <a:rPr lang="ru-RU" dirty="0"/>
              <a:t>Шрифт сайта, </a:t>
            </a:r>
            <a:r>
              <a:rPr lang="en-US" dirty="0"/>
              <a:t>JetBrains Mono</a:t>
            </a:r>
            <a:r>
              <a:rPr lang="ru-RU" dirty="0"/>
              <a:t>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BDF1771-DD57-4BEC-558D-EE6AD4C7C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872" y="1334278"/>
            <a:ext cx="8382256" cy="445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829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D58F46-3891-B596-17B4-1768A23C7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6516"/>
          </a:xfrm>
        </p:spPr>
        <p:txBody>
          <a:bodyPr>
            <a:normAutofit/>
          </a:bodyPr>
          <a:lstStyle/>
          <a:p>
            <a:r>
              <a:rPr lang="ru-RU" dirty="0"/>
              <a:t>Главная страница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2E41052-4289-C7CD-4D25-C70D5615E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2749" y="1231642"/>
            <a:ext cx="5606502" cy="498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313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BC0AA-D334-B65C-8BE6-C7DF033FE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BA4CC9-C669-72CC-EC25-1C99C6C06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6516"/>
          </a:xfrm>
        </p:spPr>
        <p:txBody>
          <a:bodyPr>
            <a:normAutofit/>
          </a:bodyPr>
          <a:lstStyle/>
          <a:p>
            <a:r>
              <a:rPr lang="ru-RU" dirty="0"/>
              <a:t>Страница отметок на ствол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99AAE44-F39D-3F2D-AFC2-FB0105C68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38979" y="1231642"/>
            <a:ext cx="5514042" cy="520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228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BC811-7315-7EE7-6BDF-E470A2283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C26FF8-1858-F5AA-DD28-A9D0A09EC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6516"/>
          </a:xfrm>
        </p:spPr>
        <p:txBody>
          <a:bodyPr>
            <a:normAutofit/>
          </a:bodyPr>
          <a:lstStyle/>
          <a:p>
            <a:r>
              <a:rPr lang="ru-RU" dirty="0"/>
              <a:t>Страница достижений игрока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7AB459-9232-C64D-6839-5EA28D82E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39143" y="1231642"/>
            <a:ext cx="5960108" cy="529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041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1FA80-9D7E-3A54-7DDD-01769A0FE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9B5FBA-CDFF-378A-706A-E13C49AAE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6516"/>
          </a:xfrm>
        </p:spPr>
        <p:txBody>
          <a:bodyPr>
            <a:normAutofit/>
          </a:bodyPr>
          <a:lstStyle/>
          <a:p>
            <a:r>
              <a:rPr lang="ru-RU" dirty="0"/>
              <a:t>Личный кабинет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2BF941C-AF2B-6120-D92E-DA4C8C1E3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59813" y="1231642"/>
            <a:ext cx="4072374" cy="546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008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002A2-5161-83CC-963F-597BF0614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F3A530B-529A-42A7-394B-3693F8C57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0491"/>
          </a:xfrm>
        </p:spPr>
        <p:txBody>
          <a:bodyPr/>
          <a:lstStyle/>
          <a:p>
            <a:r>
              <a:rPr lang="ru-RU" dirty="0"/>
              <a:t>База данных </a:t>
            </a:r>
            <a:r>
              <a:rPr lang="en-US" dirty="0"/>
              <a:t>ASP.NET (MSSQL)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45ED003-0FDC-62F2-6768-4CF1DD18F7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2888" y="1315616"/>
            <a:ext cx="2866224" cy="465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533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2EE5B-AE2A-3812-A6DF-FB11C4DE0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2FA02CF-84F0-0FAD-BC53-8BD8F70BA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0491"/>
          </a:xfrm>
        </p:spPr>
        <p:txBody>
          <a:bodyPr/>
          <a:lstStyle/>
          <a:p>
            <a:r>
              <a:rPr lang="ru-RU" dirty="0"/>
              <a:t>Инфологическая модель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7E9EF72-40AB-B441-0AC7-E629C9F694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475" y="1607683"/>
            <a:ext cx="6115050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056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717AB-E478-271B-68BF-9917791FA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AB1DC3F-0CB2-281A-F5BE-6FAFAA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0491"/>
          </a:xfrm>
        </p:spPr>
        <p:txBody>
          <a:bodyPr/>
          <a:lstStyle/>
          <a:p>
            <a:r>
              <a:rPr lang="en-US" dirty="0"/>
              <a:t>ER-</a:t>
            </a:r>
            <a:r>
              <a:rPr lang="ru-RU" dirty="0"/>
              <a:t>диаграмма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0687982-52F2-36FD-3E18-468D093382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57871" y="1315616"/>
            <a:ext cx="7476258" cy="4637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548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D8C92-A05E-1DEC-01AB-0446A03CA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0D02376-0A05-BFD8-A3D2-2B84CB2FA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0491"/>
          </a:xfrm>
        </p:spPr>
        <p:txBody>
          <a:bodyPr/>
          <a:lstStyle/>
          <a:p>
            <a:r>
              <a:rPr lang="ru-RU" dirty="0"/>
              <a:t>Физическая модель базы данных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C2A9E7A-D021-9A69-C20C-E1CFF8EEF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35885" y="1315616"/>
            <a:ext cx="7920230" cy="49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521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30E36-C20F-AAA1-CF62-B010ABFA2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92DC21-234E-0664-FC63-9151E722B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6516"/>
          </a:xfrm>
        </p:spPr>
        <p:txBody>
          <a:bodyPr>
            <a:normAutofit/>
          </a:bodyPr>
          <a:lstStyle/>
          <a:p>
            <a:r>
              <a:rPr lang="ru-RU" dirty="0"/>
              <a:t>Дизайн главной страницы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BB14664-793B-B9DB-8644-BDD1079722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92749" y="1231642"/>
            <a:ext cx="5606502" cy="498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957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065BB-B0F9-343C-EF28-CC5BEC366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60C8BB-8D35-9994-3E33-10E2551BC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6516"/>
          </a:xfrm>
        </p:spPr>
        <p:txBody>
          <a:bodyPr>
            <a:normAutofit/>
          </a:bodyPr>
          <a:lstStyle/>
          <a:p>
            <a:r>
              <a:rPr lang="ru-RU" dirty="0"/>
              <a:t>Дизайн страницы отметок на ствол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D398BE2-24FF-5A20-C7F0-E94A33F0C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56384" y="1231641"/>
            <a:ext cx="5383789" cy="5271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824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63FB7-431F-2A2E-4B40-29BD4A75D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E867C8-5E65-79E6-BC65-0216EB1D6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6516"/>
          </a:xfrm>
        </p:spPr>
        <p:txBody>
          <a:bodyPr>
            <a:normAutofit/>
          </a:bodyPr>
          <a:lstStyle/>
          <a:p>
            <a:r>
              <a:rPr lang="ru-RU" dirty="0"/>
              <a:t>Дизайн страницы достижений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6DF3D34-B71F-CADC-D09A-C8C3F5A8D8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15464" y="1231642"/>
            <a:ext cx="5561071" cy="494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376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34B97-B2C5-9336-29DF-14430845A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3B21DE-51F1-5DD2-1F61-34BC0A7D5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6516"/>
          </a:xfrm>
        </p:spPr>
        <p:txBody>
          <a:bodyPr>
            <a:normAutofit/>
          </a:bodyPr>
          <a:lstStyle/>
          <a:p>
            <a:r>
              <a:rPr lang="ru-RU" dirty="0"/>
              <a:t>Дизайн страницы личного кабинета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DE4F0DB-2038-07D6-D431-3B622A3201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2646" y="1231642"/>
            <a:ext cx="3926707" cy="5291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920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D58F46-3891-B596-17B4-1768A23C7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160" y="397781"/>
            <a:ext cx="10515600" cy="619256"/>
          </a:xfrm>
        </p:spPr>
        <p:txBody>
          <a:bodyPr>
            <a:norm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3200" dirty="0"/>
              <a:t>Диаграмма последовательности для гостя и пользователя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EA4E630-9C2A-74CC-E873-47B9C6C99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001" y="1017037"/>
            <a:ext cx="2664224" cy="561037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1519E6D-878F-52F8-39F7-0AB957BAC3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5911" y="1017037"/>
            <a:ext cx="2653974" cy="561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7599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8EAE3-B05D-34AA-9296-97C5709B7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ACAEA0-2505-CA6F-6797-4B000159F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160" y="397781"/>
            <a:ext cx="11034758" cy="619256"/>
          </a:xfrm>
        </p:spPr>
        <p:txBody>
          <a:bodyPr>
            <a:normAutofit fontScale="90000"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3200" dirty="0"/>
              <a:t>Диаграмма последовательности для модератора и администратора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70914D2-5208-61A7-1266-6A85AD3387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70841" y="1437424"/>
            <a:ext cx="2664224" cy="424128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99132CA-5AF3-112C-2A57-3BB51C6A21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32320" y="1437424"/>
            <a:ext cx="3140411" cy="366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3223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D58F46-3891-B596-17B4-1768A23C7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6293"/>
            <a:ext cx="10515600" cy="2125413"/>
          </a:xfrm>
        </p:spPr>
        <p:txBody>
          <a:bodyPr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ru-RU" sz="4000" dirty="0"/>
              <a:t>Вывод: Был спроектирован дизайн, разработана база данных, свёрстаны страницы для сайта игры</a:t>
            </a:r>
            <a:br>
              <a:rPr lang="ru-RU" sz="4000" dirty="0"/>
            </a:br>
            <a:r>
              <a:rPr lang="ru-RU" sz="4000" dirty="0"/>
              <a:t>«Мир танков».</a:t>
            </a:r>
            <a:br>
              <a:rPr lang="ru-RU" sz="4000" dirty="0"/>
            </a:b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5811496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BF7C1-6C29-1853-B2CD-A8BCCC394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550927-3185-7E4A-C06C-C73B50F5D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6293"/>
            <a:ext cx="10515600" cy="2125413"/>
          </a:xfrm>
        </p:spPr>
        <p:txBody>
          <a:bodyPr>
            <a:normAutofit/>
          </a:bodyPr>
          <a:lstStyle/>
          <a:p>
            <a:pPr algn="ctr">
              <a:spcBef>
                <a:spcPts val="0"/>
              </a:spcBef>
            </a:pPr>
            <a:r>
              <a:rPr lang="ru-RU" sz="40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7888987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291</Words>
  <Application>Microsoft Office PowerPoint</Application>
  <PresentationFormat>Широкоэкранный</PresentationFormat>
  <Paragraphs>56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Symbol</vt:lpstr>
      <vt:lpstr>Times New Roman</vt:lpstr>
      <vt:lpstr>Тема Office</vt:lpstr>
      <vt:lpstr>ПМ.08 «Разработка дизайна веб-приложения»</vt:lpstr>
      <vt:lpstr>Цель - проектирование дизайна для сайта игры «Мир танков»</vt:lpstr>
      <vt:lpstr>Презентация PowerPoint</vt:lpstr>
      <vt:lpstr>Карта сайта</vt:lpstr>
      <vt:lpstr>Диаграмма вариантов использования</vt:lpstr>
      <vt:lpstr>Логотип сайта:</vt:lpstr>
      <vt:lpstr>Цветовая палитра сайта:</vt:lpstr>
      <vt:lpstr>Шрифт сайта, JetBrains Mono:</vt:lpstr>
      <vt:lpstr>Главная страница</vt:lpstr>
      <vt:lpstr>Страница отметок на ствол</vt:lpstr>
      <vt:lpstr>Страница достижений игрока</vt:lpstr>
      <vt:lpstr>Личный кабинет</vt:lpstr>
      <vt:lpstr>База данных ASP.NET (MSSQL)</vt:lpstr>
      <vt:lpstr>Инфологическая модель</vt:lpstr>
      <vt:lpstr>ER-диаграмма</vt:lpstr>
      <vt:lpstr>Физическая модель базы данных</vt:lpstr>
      <vt:lpstr>Дизайн главной страницы</vt:lpstr>
      <vt:lpstr>Дизайн страницы отметок на ствол</vt:lpstr>
      <vt:lpstr>Дизайн страницы достижений</vt:lpstr>
      <vt:lpstr>Дизайн страницы личного кабинета</vt:lpstr>
      <vt:lpstr>Диаграмма последовательности для гостя и пользователя</vt:lpstr>
      <vt:lpstr>Диаграмма последовательности для модератора и администратора</vt:lpstr>
      <vt:lpstr>Вывод: Был спроектирован дизайн, разработана база данных, свёрстаны страницы для сайта игры «Мир танков». 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Кузьмин</dc:creator>
  <cp:lastModifiedBy>nikintosik.ogorodnik@bk.ru</cp:lastModifiedBy>
  <cp:revision>3</cp:revision>
  <dcterms:created xsi:type="dcterms:W3CDTF">2026-03-14T06:35:43Z</dcterms:created>
  <dcterms:modified xsi:type="dcterms:W3CDTF">2026-03-24T16:14:47Z</dcterms:modified>
</cp:coreProperties>
</file>