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10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32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76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3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191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652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25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02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65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85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7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71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01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32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7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61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31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A6593A5-EBF6-438C-BBD8-5B86C0FAD5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F320C04-7B4C-4AA4-AA28-EA884D1E75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2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97675" y="1981199"/>
            <a:ext cx="6983205" cy="2145941"/>
          </a:xfrm>
        </p:spPr>
        <p:txBody>
          <a:bodyPr/>
          <a:lstStyle/>
          <a:p>
            <a:r>
              <a:rPr lang="ru-RU" dirty="0" smtClean="0"/>
              <a:t>Правила этикета в ресторане (Китай)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256795" y="5366660"/>
            <a:ext cx="3467845" cy="993500"/>
          </a:xfrm>
        </p:spPr>
        <p:txBody>
          <a:bodyPr>
            <a:normAutofit/>
          </a:bodyPr>
          <a:lstStyle/>
          <a:p>
            <a:r>
              <a:rPr lang="ru-RU" dirty="0" smtClean="0"/>
              <a:t>Подготовил:</a:t>
            </a:r>
            <a:br>
              <a:rPr lang="ru-RU" dirty="0" smtClean="0"/>
            </a:br>
            <a:r>
              <a:rPr lang="ru-RU" dirty="0" smtClean="0"/>
              <a:t>Кошкаровский </a:t>
            </a:r>
            <a:r>
              <a:rPr lang="ru-RU" dirty="0" err="1" smtClean="0"/>
              <a:t>никита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Группа 22ит24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036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6315" y="963509"/>
            <a:ext cx="5805662" cy="706964"/>
          </a:xfrm>
        </p:spPr>
        <p:txBody>
          <a:bodyPr/>
          <a:lstStyle/>
          <a:p>
            <a:r>
              <a:rPr lang="ru-RU" b="1" dirty="0"/>
              <a:t>Приветствие и посадка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3614" y="3437571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Старшие </a:t>
            </a:r>
            <a:r>
              <a:rPr lang="ru-RU" sz="2400" b="1" dirty="0"/>
              <a:t>имеют </a:t>
            </a:r>
            <a:r>
              <a:rPr lang="ru-RU" sz="2400" b="1" dirty="0" smtClean="0"/>
              <a:t>приоритет</a:t>
            </a:r>
            <a:r>
              <a:rPr lang="ru-RU" sz="2400" dirty="0" smtClean="0"/>
              <a:t>.</a:t>
            </a:r>
          </a:p>
          <a:p>
            <a:pPr marL="0" indent="0">
              <a:buNone/>
            </a:pPr>
            <a:endParaRPr lang="ru-RU" sz="2400" dirty="0" smtClean="0"/>
          </a:p>
          <a:p>
            <a:r>
              <a:rPr lang="ru-RU" sz="2400" b="1" dirty="0" smtClean="0"/>
              <a:t>Следуйте </a:t>
            </a:r>
            <a:r>
              <a:rPr lang="ru-RU" sz="2400" b="1" dirty="0"/>
              <a:t>за </a:t>
            </a:r>
            <a:r>
              <a:rPr lang="ru-RU" sz="2400" b="1" dirty="0" smtClean="0"/>
              <a:t>хозяином.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12" y="2485389"/>
            <a:ext cx="6096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2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35619" y="899501"/>
            <a:ext cx="3784838" cy="706964"/>
          </a:xfrm>
        </p:spPr>
        <p:txBody>
          <a:bodyPr/>
          <a:lstStyle/>
          <a:p>
            <a:r>
              <a:rPr lang="ru-RU" b="1" dirty="0"/>
              <a:t>Подача блюд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" y="3004025"/>
            <a:ext cx="5495543" cy="2963228"/>
          </a:xfrm>
        </p:spPr>
        <p:txBody>
          <a:bodyPr>
            <a:noAutofit/>
          </a:bodyPr>
          <a:lstStyle/>
          <a:p>
            <a:r>
              <a:rPr lang="ru-RU" sz="2400" b="1" dirty="0"/>
              <a:t>Общий </a:t>
            </a:r>
            <a:r>
              <a:rPr lang="ru-RU" sz="2400" b="1" dirty="0" smtClean="0"/>
              <a:t>стол.</a:t>
            </a:r>
          </a:p>
          <a:p>
            <a:endParaRPr lang="ru-RU" sz="2400" dirty="0"/>
          </a:p>
          <a:p>
            <a:r>
              <a:rPr lang="ru-RU" sz="2400" b="1" dirty="0"/>
              <a:t>Поделиться первыми </a:t>
            </a:r>
            <a:r>
              <a:rPr lang="ru-RU" sz="2400" b="1" dirty="0" smtClean="0"/>
              <a:t>кусками.</a:t>
            </a:r>
          </a:p>
          <a:p>
            <a:endParaRPr lang="ru-RU" sz="2400" dirty="0"/>
          </a:p>
          <a:p>
            <a:r>
              <a:rPr lang="ru-RU" sz="2400" b="1" dirty="0"/>
              <a:t>Используйте специальные </a:t>
            </a:r>
            <a:r>
              <a:rPr lang="ru-RU" sz="2400" b="1" dirty="0" smtClean="0"/>
              <a:t>палочки.</a:t>
            </a:r>
            <a:endParaRPr lang="ru-RU" sz="2400" dirty="0">
              <a:effectLst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624" y="2688589"/>
            <a:ext cx="60960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2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60131" y="936077"/>
            <a:ext cx="4406630" cy="706964"/>
          </a:xfrm>
        </p:spPr>
        <p:txBody>
          <a:bodyPr/>
          <a:lstStyle/>
          <a:p>
            <a:r>
              <a:rPr lang="ru-RU" b="1" dirty="0"/>
              <a:t>Палочки для еды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0190" y="3437573"/>
            <a:ext cx="5257649" cy="1600772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Правильное использование</a:t>
            </a:r>
            <a:r>
              <a:rPr lang="ru-RU" sz="2400" dirty="0" smtClean="0"/>
              <a:t>.</a:t>
            </a:r>
          </a:p>
          <a:p>
            <a:pPr marL="0" indent="0">
              <a:buNone/>
            </a:pPr>
            <a:endParaRPr lang="ru-RU" sz="2400" dirty="0" smtClean="0"/>
          </a:p>
          <a:p>
            <a:r>
              <a:rPr lang="ru-RU" sz="2400" b="1" dirty="0" smtClean="0"/>
              <a:t>Не </a:t>
            </a:r>
            <a:r>
              <a:rPr lang="ru-RU" sz="2400" b="1" dirty="0"/>
              <a:t>играйте с </a:t>
            </a:r>
            <a:r>
              <a:rPr lang="ru-RU" sz="2400" b="1" dirty="0" smtClean="0"/>
              <a:t>палочками.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12" y="2771139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77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49435" y="981797"/>
            <a:ext cx="1745726" cy="706964"/>
          </a:xfrm>
        </p:spPr>
        <p:txBody>
          <a:bodyPr/>
          <a:lstStyle/>
          <a:p>
            <a:r>
              <a:rPr lang="ru-RU" b="1" dirty="0"/>
              <a:t>Питье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0190" y="3437572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Тосты </a:t>
            </a:r>
            <a:r>
              <a:rPr lang="ru-RU" sz="2400" b="1" dirty="0"/>
              <a:t>и </a:t>
            </a:r>
            <a:r>
              <a:rPr lang="ru-RU" sz="2400" b="1" dirty="0" smtClean="0"/>
              <a:t>уважение</a:t>
            </a:r>
            <a:r>
              <a:rPr lang="en-US" sz="2400" b="1" dirty="0" smtClean="0"/>
              <a:t>.</a:t>
            </a:r>
          </a:p>
          <a:p>
            <a:endParaRPr lang="en-US" sz="2400" b="1" dirty="0"/>
          </a:p>
          <a:p>
            <a:endParaRPr lang="en-US" sz="2400" b="1" dirty="0" smtClean="0"/>
          </a:p>
          <a:p>
            <a:r>
              <a:rPr lang="ru-RU" sz="2400" b="1" dirty="0" smtClean="0"/>
              <a:t>Чайные церемонии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12" y="2890519"/>
            <a:ext cx="6096000" cy="319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8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03947" y="652612"/>
            <a:ext cx="5266165" cy="1404787"/>
          </a:xfrm>
        </p:spPr>
        <p:txBody>
          <a:bodyPr/>
          <a:lstStyle/>
          <a:p>
            <a:r>
              <a:rPr lang="ru-RU" b="1" dirty="0"/>
              <a:t>Н</a:t>
            </a:r>
            <a:r>
              <a:rPr lang="ru-RU" b="1" dirty="0" smtClean="0"/>
              <a:t>емного не по теме*</a:t>
            </a:r>
            <a:br>
              <a:rPr lang="ru-RU" b="1" dirty="0" smtClean="0"/>
            </a:br>
            <a:r>
              <a:rPr lang="ru-RU" b="1" dirty="0" smtClean="0"/>
              <a:t>Чайные церемонии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0190" y="3099433"/>
            <a:ext cx="5257649" cy="2772411"/>
          </a:xfrm>
        </p:spPr>
        <p:txBody>
          <a:bodyPr>
            <a:noAutofit/>
          </a:bodyPr>
          <a:lstStyle/>
          <a:p>
            <a:r>
              <a:rPr lang="ru-RU" sz="1600" b="1" dirty="0" err="1" smtClean="0"/>
              <a:t>Гунфу-ча</a:t>
            </a:r>
            <a:r>
              <a:rPr lang="ru-RU" sz="1600" dirty="0"/>
              <a:t>: самая популярная форма </a:t>
            </a:r>
            <a:r>
              <a:rPr lang="ru-RU" sz="1600" dirty="0" smtClean="0"/>
              <a:t>церемонии.</a:t>
            </a:r>
            <a:endParaRPr lang="ru-RU" sz="1600" dirty="0"/>
          </a:p>
          <a:p>
            <a:r>
              <a:rPr lang="ru-RU" sz="1600" b="1" dirty="0"/>
              <a:t>Приборы</a:t>
            </a:r>
            <a:r>
              <a:rPr lang="ru-RU" sz="1600" dirty="0"/>
              <a:t>: используются маленькие чайники, чашки, чайные </a:t>
            </a:r>
            <a:r>
              <a:rPr lang="ru-RU" sz="1600" dirty="0" smtClean="0"/>
              <a:t>доски.</a:t>
            </a:r>
          </a:p>
          <a:p>
            <a:r>
              <a:rPr lang="ru-RU" sz="1600" b="1" dirty="0" smtClean="0"/>
              <a:t>Процесс</a:t>
            </a:r>
            <a:r>
              <a:rPr lang="ru-RU" sz="1600" dirty="0" smtClean="0"/>
              <a:t>: прогрев, заваривание, наслаждение.</a:t>
            </a:r>
          </a:p>
          <a:p>
            <a:r>
              <a:rPr lang="ru-RU" sz="1600" b="1" dirty="0" smtClean="0"/>
              <a:t>Философия</a:t>
            </a:r>
            <a:r>
              <a:rPr lang="ru-RU" sz="1600" dirty="0" smtClean="0"/>
              <a:t>: церемония символизирует гармонию с природой и сосредоточенность на моменте.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12" y="2694939"/>
            <a:ext cx="6096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27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03947" y="652612"/>
            <a:ext cx="5266165" cy="1404787"/>
          </a:xfrm>
        </p:spPr>
        <p:txBody>
          <a:bodyPr/>
          <a:lstStyle/>
          <a:p>
            <a:r>
              <a:rPr lang="ru-RU" b="1" dirty="0"/>
              <a:t>Поведение за столом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6766" y="3181729"/>
            <a:ext cx="5257649" cy="2607819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Не </a:t>
            </a:r>
            <a:r>
              <a:rPr lang="ru-RU" sz="2400" b="1" dirty="0"/>
              <a:t>кладите локти на </a:t>
            </a:r>
            <a:r>
              <a:rPr lang="ru-RU" sz="2400" b="1" dirty="0" smtClean="0"/>
              <a:t>стол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Шумное питание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Не </a:t>
            </a:r>
            <a:r>
              <a:rPr lang="ru-RU" sz="2400" b="1" dirty="0"/>
              <a:t>оставляйте много </a:t>
            </a:r>
            <a:r>
              <a:rPr lang="ru-RU" sz="2400" b="1" dirty="0" smtClean="0"/>
              <a:t>еды</a:t>
            </a:r>
            <a:r>
              <a:rPr lang="en-US" sz="2400" b="1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415" y="2485388"/>
            <a:ext cx="60007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6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43291" y="634324"/>
            <a:ext cx="4926821" cy="1404787"/>
          </a:xfrm>
        </p:spPr>
        <p:txBody>
          <a:bodyPr/>
          <a:lstStyle/>
          <a:p>
            <a:r>
              <a:rPr lang="ru-RU" b="1" dirty="0"/>
              <a:t>Окончание трапезы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647" y="3664965"/>
            <a:ext cx="3127098" cy="1647699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Чаевые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ru-RU" sz="2400" b="1" dirty="0" smtClean="0"/>
              <a:t>Благодарность</a:t>
            </a:r>
            <a:r>
              <a:rPr lang="en-US" sz="2400" dirty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12" y="2771139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2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49667" y="652612"/>
            <a:ext cx="6188693" cy="1404787"/>
          </a:xfrm>
        </p:spPr>
        <p:txBody>
          <a:bodyPr/>
          <a:lstStyle/>
          <a:p>
            <a:r>
              <a:rPr lang="ru-RU" b="1" dirty="0" smtClean="0"/>
              <a:t>Спасибо за внимание!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5910" y="2485389"/>
            <a:ext cx="5257649" cy="7058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 smtClean="0"/>
              <a:t>Следующая тема</a:t>
            </a:r>
            <a:br>
              <a:rPr lang="ru-RU" sz="1600" dirty="0" smtClean="0"/>
            </a:br>
            <a:r>
              <a:rPr lang="ru-RU" sz="1600" dirty="0" smtClean="0"/>
              <a:t>Правила этикета в общественных местах.</a:t>
            </a:r>
          </a:p>
          <a:p>
            <a:pPr marL="0" indent="0">
              <a:buNone/>
            </a:pP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12" y="2776288"/>
            <a:ext cx="6096000" cy="3418702"/>
          </a:xfrm>
          <a:prstGeom prst="rect">
            <a:avLst/>
          </a:prstGeom>
        </p:spPr>
      </p:pic>
      <p:sp>
        <p:nvSpPr>
          <p:cNvPr id="5" name="Стрелка вправо 4"/>
          <p:cNvSpPr/>
          <p:nvPr/>
        </p:nvSpPr>
        <p:spPr>
          <a:xfrm>
            <a:off x="1335887" y="3867912"/>
            <a:ext cx="2891299" cy="1432139"/>
          </a:xfrm>
          <a:prstGeom prst="rightArrow">
            <a:avLst/>
          </a:prstGeom>
          <a:solidFill>
            <a:schemeClr val="bg1"/>
          </a:solidFill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08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 (конференц-зал)">
  <a:themeElements>
    <a:clrScheme name="Ион (конференц-зал)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 (конференц-зал)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 (конференц-зал)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76</TotalTime>
  <Words>124</Words>
  <Application>Microsoft Office PowerPoint</Application>
  <PresentationFormat>Широкоэкранный</PresentationFormat>
  <Paragraphs>38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Ион (конференц-зал)</vt:lpstr>
      <vt:lpstr>Правила этикета в ресторане (Китай)</vt:lpstr>
      <vt:lpstr>Приветствие и посадка</vt:lpstr>
      <vt:lpstr>Подача блюд</vt:lpstr>
      <vt:lpstr>Палочки для еды</vt:lpstr>
      <vt:lpstr>Питье</vt:lpstr>
      <vt:lpstr>Немного не по теме* Чайные церемонии</vt:lpstr>
      <vt:lpstr>Поведение за столом</vt:lpstr>
      <vt:lpstr>Окончание трапезы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этикета в ресторане (Китай)</dc:title>
  <dc:creator>Учетная запись Майкрософт</dc:creator>
  <cp:lastModifiedBy>Учетная запись Майкрософт</cp:lastModifiedBy>
  <cp:revision>6</cp:revision>
  <dcterms:created xsi:type="dcterms:W3CDTF">2024-10-11T07:02:54Z</dcterms:created>
  <dcterms:modified xsi:type="dcterms:W3CDTF">2024-10-11T08:21:09Z</dcterms:modified>
</cp:coreProperties>
</file>