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34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7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93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12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20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527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6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09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03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05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785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699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3954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881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363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57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07014-CA5A-489A-869E-C2FCA515F81B}" type="datetimeFigureOut">
              <a:rPr lang="ru-RU" smtClean="0"/>
              <a:t>17.01.2024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F14735B-FB96-42A7-8264-D31F61F9A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525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ТУТ БЫЛ ТИТУЛЬНИК ©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Тут был Никита. ®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366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45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чём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«Ни о чём» ™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532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49081" y="1342546"/>
            <a:ext cx="9470368" cy="4342261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данной темы обусловлена необходимостью совершенствования социального обслуживания граждан пожилого возраста, нуждающихся в оказании бытовых, медицинских, правовых и других услуг. </a:t>
            </a:r>
          </a:p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проблем, связанных с организацией системы социального обслуживания предопределена следующими факторами:</a:t>
            </a:r>
          </a:p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неудовлетворенность кризисных слоев населения материальным положением</a:t>
            </a:r>
          </a:p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востребованность обществом новой социальной политики;</a:t>
            </a:r>
          </a:p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неразвитость системы социального обслуживания.</a:t>
            </a:r>
          </a:p>
          <a:p>
            <a:pPr marL="0" indent="450000" algn="just">
              <a:lnSpc>
                <a:spcPct val="150000"/>
              </a:lnSpc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Следовательно, актуальность исследования обусловлена необходимостью совершенствования социального обслуживания граждан пожилого возраста.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41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589213" y="205597"/>
            <a:ext cx="8366335" cy="3542581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 организации социального обслуживания пожилых граждан включает в себя следующие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аспекты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Демографические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тенденции. Старение населения является одной из основных проблем современного общества. В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России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доля пожилых людей в общей численности населения постоянно увеличивается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этой проблемы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выделить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путь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 социального обслуживания пожилых граждан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доступности социальных услуг. Необходимо обеспечить доступность социальных услуг для всех пожилых граждан, независимо от их места жительства, материального положения и состояния здоровья.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942" y="4081568"/>
            <a:ext cx="4084674" cy="21109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75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377" y="1358659"/>
            <a:ext cx="7840117" cy="491714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427435" y="67270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График, демонстрирующий динамику доли пожилых людей в общей численности населения России за последние 50 лет: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57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53113" y="520459"/>
            <a:ext cx="8952931" cy="2904227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частности, отмечается нехватка социальных услуг, предоставляемых на дому, а также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недостаточное качество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таких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услуг.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основании этого можно предложить следующий путь решения: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 социальных услуг. Необходимо повысить качество социальных услуг, предоставляемых на дому, а также разработать новые формы и методы социального обслуживания, отвечающие потребностям пожилых граждан.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275" y="3062406"/>
            <a:ext cx="4778353" cy="318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2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6027" y="235789"/>
            <a:ext cx="8915400" cy="3777622"/>
          </a:xfrm>
        </p:spPr>
        <p:txBody>
          <a:bodyPr/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3"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финансирование социального обслуживания. Это приводит к сокращению объема предоставляемых услуг и снижению их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В связи с данным аспектом можно выявить следующий путь решения: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финансирования социального обслуживания. Необходимо увеличить финансирование социального обслуживания, чтобы обеспечить доступность и качество социальных услуг для всех пожилых граждан.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0" y="3072278"/>
            <a:ext cx="4084674" cy="21109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445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649989"/>
            <a:ext cx="8911687" cy="128089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98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 rot="159218">
            <a:off x="1683249" y="3082640"/>
            <a:ext cx="10484720" cy="1280890"/>
          </a:xfrm>
        </p:spPr>
        <p:txBody>
          <a:bodyPr>
            <a:prstTxWarp prst="textCircle">
              <a:avLst/>
            </a:prstTxWarp>
            <a:noAutofit/>
          </a:bodyPr>
          <a:lstStyle/>
          <a:p>
            <a:r>
              <a:rPr lang="ru-RU" sz="7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  <a:endParaRPr lang="ru-RU" sz="7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6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mph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cw">
                                      <p:cBhvr override="childStyle"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61</TotalTime>
  <Words>227</Words>
  <Application>Microsoft Office PowerPoint</Application>
  <PresentationFormat>Широкоэкранный</PresentationFormat>
  <Paragraphs>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Легкий дым</vt:lpstr>
      <vt:lpstr>ТУТ БЫЛ ТИТУЛЬНИК ©</vt:lpstr>
      <vt:lpstr>Презентация PowerPoint</vt:lpstr>
      <vt:lpstr>О чём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7</cp:revision>
  <dcterms:created xsi:type="dcterms:W3CDTF">2024-01-17T14:15:32Z</dcterms:created>
  <dcterms:modified xsi:type="dcterms:W3CDTF">2024-01-17T15:17:27Z</dcterms:modified>
</cp:coreProperties>
</file>