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Prompt" panose="020B0604020202020204" charset="-34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ukta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56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148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93250"/>
            <a:ext cx="7415927" cy="189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450"/>
              </a:lnSpc>
              <a:buNone/>
            </a:pPr>
            <a:r>
              <a:rPr lang="en-US" sz="595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Этикет: правила хорошего тона</a:t>
            </a:r>
            <a:endParaRPr lang="en-US" sz="5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4037" y="4456152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Этикет — это набор правил хорошего тона, которые помогают нам вести себя вежливо и уважительно по отношению к окружающим. Эти правила важны как на работе, так и в общественных местах.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12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1356" y="3210163"/>
            <a:ext cx="4677966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на </a:t>
            </a: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работе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321356" y="4347448"/>
            <a:ext cx="473631" cy="473631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05664" y="4443889"/>
            <a:ext cx="10501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05489" y="4347448"/>
            <a:ext cx="233898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Приходите вовремя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05489" y="4821079"/>
            <a:ext cx="5204460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Опоздание на работу или встречи демонстрирует неуважение к чужому времени и организации.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0451" y="4347448"/>
            <a:ext cx="473631" cy="473631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5113" y="4443889"/>
            <a:ext cx="164187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04584" y="4347448"/>
            <a:ext cx="378023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Одевайтесь согласно дресс-коду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04584" y="4821079"/>
            <a:ext cx="520446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Соблюдение дресс-кода демонстрирует ваше уважение к корпоративной культуре и профессионализму.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21356" y="6223516"/>
            <a:ext cx="473631" cy="473631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76732" y="6319957"/>
            <a:ext cx="1628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05489" y="6223516"/>
            <a:ext cx="2726055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перебивайте коллег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05489" y="6697147"/>
            <a:ext cx="5204460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Важно уважать право других людей высказаться.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20451" y="6223516"/>
            <a:ext cx="473631" cy="473631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780" y="6319957"/>
            <a:ext cx="170974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104584" y="6223516"/>
            <a:ext cx="3682008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Уважайте личное пространство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04584" y="6697147"/>
            <a:ext cx="520446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Не вторгайтесь в личное пространство коллег: не открывайте чужие ящики, не берите без спроса вещи с их стола.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1726883"/>
            <a:ext cx="853773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общественных местах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21356" y="3029783"/>
            <a:ext cx="35939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громко разговаривайте по телефону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21356" y="4305300"/>
            <a:ext cx="359390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может раздражать окружающих. В общественных местах старайтесь говорить тихо или выходите в более уединённое место.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25095" y="3029783"/>
            <a:ext cx="35939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В транспорте уступайте место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5095" y="4303851"/>
            <a:ext cx="35939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проявление уважения и заботы к людям, которые могут нуждаться в вашей помощи.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28835" y="3029783"/>
            <a:ext cx="287869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Соблюдайте очередь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28835" y="4303851"/>
            <a:ext cx="35939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Люди не должны чувствовать, что их обошли или пренебрегли ими.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9493" y="976895"/>
            <a:ext cx="8538518" cy="62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</a:t>
            </a:r>
            <a:r>
              <a:rPr lang="en-US" sz="4800" dirty="0" err="1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общественных</a:t>
            </a: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места</a:t>
            </a:r>
            <a:r>
              <a:rPr lang="ru-RU" sz="4800" dirty="0" smtClean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х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89504" y="2229803"/>
            <a:ext cx="7564993" cy="1636752"/>
          </a:xfrm>
          <a:prstGeom prst="roundRect">
            <a:avLst>
              <a:gd name="adj" fmla="val 578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2629" y="2462927"/>
            <a:ext cx="2758797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мусорьте на улице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2629" y="2911435"/>
            <a:ext cx="7098744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Мусор должен быть выброшен в урны, чтобы поддерживать чистоту окружающей среды.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89503" y="4092059"/>
            <a:ext cx="7564993" cy="1636752"/>
          </a:xfrm>
          <a:prstGeom prst="roundRect">
            <a:avLst>
              <a:gd name="adj" fmla="val 578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2629" y="4325183"/>
            <a:ext cx="3944541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Уважайте личное пространство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2629" y="4773692"/>
            <a:ext cx="7098744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В транспорте и других общественных местах важно не приближаться слишком близко к другим.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9504" y="5954316"/>
            <a:ext cx="7564993" cy="1636752"/>
          </a:xfrm>
          <a:prstGeom prst="roundRect">
            <a:avLst>
              <a:gd name="adj" fmla="val 578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2628" y="6187440"/>
            <a:ext cx="5226368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Держите домашнее животное на поводке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2628" y="6635948"/>
            <a:ext cx="7098744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Ваш питомец может быть милым, но другие могут чувствовать себя некомфортно рядом с ним.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6765" y="920180"/>
            <a:ext cx="8330576" cy="64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</a:t>
            </a:r>
            <a:r>
              <a:rPr lang="en-US" sz="4800" dirty="0" err="1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общественных</a:t>
            </a: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местах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656433" y="2345174"/>
            <a:ext cx="2446377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Соблюдайте тишину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56433" y="2776657"/>
            <a:ext cx="6214467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Выключите мобильные устройства, не разговаривайте и уважайте тех, кто пришёл насладиться мероприятием.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7656433" y="4081224"/>
            <a:ext cx="481584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Выключайте звук мобильного телефона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56433" y="4512707"/>
            <a:ext cx="6214467" cy="1041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Чтобы не мешать окружающим, звук телефона в театре, на совещании или другом публичном месте должен быть отключен.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656433" y="5988129"/>
            <a:ext cx="6214467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Вежливо обращайтесь к обслуживающему персоналу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656433" y="6507179"/>
            <a:ext cx="6214467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Люди, которые вас обслуживают, также заслуживают уважения.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4-конечная звезда 12"/>
          <p:cNvSpPr/>
          <p:nvPr/>
        </p:nvSpPr>
        <p:spPr>
          <a:xfrm>
            <a:off x="5916766" y="2287383"/>
            <a:ext cx="1576909" cy="1576909"/>
          </a:xfrm>
          <a:prstGeom prst="star4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4-конечная звезда 13"/>
          <p:cNvSpPr/>
          <p:nvPr/>
        </p:nvSpPr>
        <p:spPr>
          <a:xfrm>
            <a:off x="5916765" y="4167723"/>
            <a:ext cx="1576909" cy="1576909"/>
          </a:xfrm>
          <a:prstGeom prst="star4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4-конечная звезда 14"/>
          <p:cNvSpPr/>
          <p:nvPr/>
        </p:nvSpPr>
        <p:spPr>
          <a:xfrm>
            <a:off x="5916764" y="6065912"/>
            <a:ext cx="1576909" cy="1576909"/>
          </a:xfrm>
          <a:prstGeom prst="star4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9277" y="73402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ресторане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64037" y="1790105"/>
            <a:ext cx="7415927" cy="5705475"/>
          </a:xfrm>
          <a:prstGeom prst="roundRect">
            <a:avLst>
              <a:gd name="adj" fmla="val 181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9277" y="1805345"/>
            <a:ext cx="7385447" cy="26817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41333" y="2916435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Не кладите локти на стол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37867" y="1961078"/>
            <a:ext cx="3195280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правило пришло из классического этикета и связано с тем, что локти на столе занимают много места и могут мешать другим.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9277" y="4487108"/>
            <a:ext cx="7385447" cy="149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41333" y="4769167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Ждите, пока все гости получат свою еду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37867" y="4642842"/>
            <a:ext cx="319528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проявление вежливости к другим участникам трапезы.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79277" y="5983724"/>
            <a:ext cx="7385447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41333" y="6276289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Используйте столовые приборы по назначению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22627" y="6139458"/>
            <a:ext cx="319528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Нож, вилка, ложка — все они имеют своё предназначение.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7429" y="481370"/>
            <a:ext cx="6755368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</a:t>
            </a:r>
            <a:r>
              <a:rPr lang="en-US" sz="4800" dirty="0" err="1" smtClean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ресторане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429" y="1228130"/>
            <a:ext cx="436364" cy="4363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7429" y="1839039"/>
            <a:ext cx="377562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разговаривайте с полным ртом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097429" y="2186107"/>
            <a:ext cx="792194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неприлично и некрасиво.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429" y="2989064"/>
            <a:ext cx="436364" cy="4363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7429" y="3599974"/>
            <a:ext cx="4203383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делайте слишком много шумов при еде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6097429" y="3947041"/>
            <a:ext cx="792194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Постарайтесь есть тихо и избегать громких звуков.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7429" y="4749998"/>
            <a:ext cx="436364" cy="4363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7429" y="5360908"/>
            <a:ext cx="319485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Если хотите позвать официанта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109786" y="5707975"/>
            <a:ext cx="792194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Не нужно кричать или щёлкать пальцами, чтобы привлечь внимание.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7429" y="6510933"/>
            <a:ext cx="436364" cy="4363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7429" y="7121842"/>
            <a:ext cx="253365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Всегда оставляйте чаевые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6097429" y="7468910"/>
            <a:ext cx="792194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Чаевые — это способ показать вашу благодарность за обслуживание.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2889" y="1187516"/>
            <a:ext cx="5535369" cy="61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4800" dirty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Этикет в </a:t>
            </a:r>
            <a:r>
              <a:rPr lang="en-US" sz="4800" dirty="0" err="1" smtClean="0">
                <a:solidFill>
                  <a:srgbClr val="C6BFEE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ресторане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124188" y="2416016"/>
            <a:ext cx="30480" cy="5005388"/>
          </a:xfrm>
          <a:prstGeom prst="roundRect">
            <a:avLst>
              <a:gd name="adj" fmla="val 314031"/>
            </a:avLst>
          </a:prstGeom>
          <a:solidFill>
            <a:srgbClr val="6D4562"/>
          </a:solidFill>
          <a:ln/>
        </p:spPr>
      </p:sp>
      <p:sp>
        <p:nvSpPr>
          <p:cNvPr id="5" name="Shape 2"/>
          <p:cNvSpPr/>
          <p:nvPr/>
        </p:nvSpPr>
        <p:spPr>
          <a:xfrm>
            <a:off x="1365290" y="2913459"/>
            <a:ext cx="797600" cy="30480"/>
          </a:xfrm>
          <a:prstGeom prst="roundRect">
            <a:avLst>
              <a:gd name="adj" fmla="val 314031"/>
            </a:avLst>
          </a:prstGeom>
          <a:solidFill>
            <a:srgbClr val="6D4562"/>
          </a:solidFill>
          <a:ln/>
        </p:spPr>
      </p:sp>
      <p:sp>
        <p:nvSpPr>
          <p:cNvPr id="6" name="Shape 3"/>
          <p:cNvSpPr/>
          <p:nvPr/>
        </p:nvSpPr>
        <p:spPr>
          <a:xfrm>
            <a:off x="883087" y="2672358"/>
            <a:ext cx="512683" cy="51268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82516" y="2776776"/>
            <a:ext cx="11370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392799" y="2643902"/>
            <a:ext cx="4659868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Извиняйтесь, если вам нужно выйти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392799" y="3097054"/>
            <a:ext cx="5953601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Вежливо извиниться перед тем, как покинуть стол, чтобы не оставить гостей в неведении.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65290" y="4779407"/>
            <a:ext cx="797600" cy="30480"/>
          </a:xfrm>
          <a:prstGeom prst="roundRect">
            <a:avLst>
              <a:gd name="adj" fmla="val 314031"/>
            </a:avLst>
          </a:prstGeom>
          <a:solidFill>
            <a:srgbClr val="6D4562"/>
          </a:solidFill>
          <a:ln/>
        </p:spPr>
      </p:sp>
      <p:sp>
        <p:nvSpPr>
          <p:cNvPr id="11" name="Shape 8"/>
          <p:cNvSpPr/>
          <p:nvPr/>
        </p:nvSpPr>
        <p:spPr>
          <a:xfrm>
            <a:off x="883087" y="4538305"/>
            <a:ext cx="512683" cy="51268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0488" y="4642723"/>
            <a:ext cx="177760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392799" y="4509849"/>
            <a:ext cx="3557468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Не кладите телефон на стол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92799" y="4963001"/>
            <a:ext cx="5953601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Это может восприниматься как сигнал, что вам неинтересно общение с присутствующими.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365290" y="6645354"/>
            <a:ext cx="797600" cy="30480"/>
          </a:xfrm>
          <a:prstGeom prst="roundRect">
            <a:avLst>
              <a:gd name="adj" fmla="val 314031"/>
            </a:avLst>
          </a:prstGeom>
          <a:solidFill>
            <a:srgbClr val="6D4562"/>
          </a:solidFill>
          <a:ln/>
        </p:spPr>
      </p:sp>
      <p:sp>
        <p:nvSpPr>
          <p:cNvPr id="16" name="Shape 13"/>
          <p:cNvSpPr/>
          <p:nvPr/>
        </p:nvSpPr>
        <p:spPr>
          <a:xfrm>
            <a:off x="883087" y="6404253"/>
            <a:ext cx="512683" cy="51268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322" y="6508671"/>
            <a:ext cx="176212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392799" y="6375797"/>
            <a:ext cx="2678430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Times New Roman" panose="02020603050405020304" pitchFamily="18" charset="0"/>
                <a:ea typeface="Prompt" pitchFamily="34" charset="-122"/>
                <a:cs typeface="Times New Roman" panose="02020603050405020304" pitchFamily="18" charset="0"/>
              </a:rPr>
              <a:t>Если платите за обед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392799" y="6828949"/>
            <a:ext cx="5953601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Times New Roman" panose="02020603050405020304" pitchFamily="18" charset="0"/>
                <a:ea typeface="Mukta" pitchFamily="34" charset="-122"/>
                <a:cs typeface="Times New Roman" panose="02020603050405020304" pitchFamily="18" charset="0"/>
              </a:rPr>
              <a:t>Не обсуждайте финансовую сторону громко и на показ.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479</Words>
  <Application>Microsoft Office PowerPoint</Application>
  <PresentationFormat>Произвольный</PresentationFormat>
  <Paragraphs>73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Prompt</vt:lpstr>
      <vt:lpstr>Calibri</vt:lpstr>
      <vt:lpstr>Arial</vt:lpstr>
      <vt:lpstr>Times New Roman</vt:lpstr>
      <vt:lpstr>Mukta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Учетная запись Майкрософт</cp:lastModifiedBy>
  <cp:revision>3</cp:revision>
  <dcterms:created xsi:type="dcterms:W3CDTF">2024-09-09T07:54:50Z</dcterms:created>
  <dcterms:modified xsi:type="dcterms:W3CDTF">2024-09-09T08:16:39Z</dcterms:modified>
</cp:coreProperties>
</file>