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789D"/>
    <a:srgbClr val="23588B"/>
    <a:srgbClr val="3490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419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706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0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76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70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15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86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91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619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893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32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784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38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55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262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354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744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7BB24E5-7178-4497-8C78-50A54F7AA46D}" type="datetimeFigureOut">
              <a:rPr lang="ru-RU" smtClean="0"/>
              <a:t>11.10.2024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56A87-89C8-4609-AAFC-DABAEDD535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5157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371107" y="2514600"/>
            <a:ext cx="8117061" cy="1814725"/>
          </a:xfrm>
        </p:spPr>
        <p:txBody>
          <a:bodyPr/>
          <a:lstStyle/>
          <a:p>
            <a:r>
              <a:rPr lang="ru-RU" sz="5400" dirty="0" smtClean="0"/>
              <a:t>Правила этикета в общественных местах</a:t>
            </a:r>
            <a:endParaRPr lang="ru-RU" sz="5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034272" y="5879592"/>
            <a:ext cx="3157728" cy="978408"/>
          </a:xfrm>
        </p:spPr>
        <p:txBody>
          <a:bodyPr>
            <a:normAutofit/>
          </a:bodyPr>
          <a:lstStyle/>
          <a:p>
            <a:r>
              <a:rPr lang="ru-RU" sz="1800" dirty="0" smtClean="0"/>
              <a:t>Подготовил:</a:t>
            </a:r>
            <a:br>
              <a:rPr lang="ru-RU" sz="1800" dirty="0" smtClean="0"/>
            </a:br>
            <a:r>
              <a:rPr lang="ru-RU" sz="1800" dirty="0" smtClean="0"/>
              <a:t>Кошкаровский Никита</a:t>
            </a:r>
            <a:br>
              <a:rPr lang="ru-RU" sz="1800" dirty="0" smtClean="0"/>
            </a:br>
            <a:r>
              <a:rPr lang="ru-RU" sz="1800" dirty="0" smtClean="0"/>
              <a:t>Группа 22ит24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00015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19280" y="378293"/>
            <a:ext cx="7220831" cy="706964"/>
          </a:xfrm>
        </p:spPr>
        <p:txBody>
          <a:bodyPr/>
          <a:lstStyle/>
          <a:p>
            <a:r>
              <a:rPr lang="ru-RU" sz="3600" b="1" dirty="0"/>
              <a:t>Общение с прохожими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0455" y="2916363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Приветствия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ru-RU" sz="2400" b="1" dirty="0" smtClean="0"/>
              <a:t>Уважение </a:t>
            </a:r>
            <a:r>
              <a:rPr lang="ru-RU" sz="2400" b="1" dirty="0"/>
              <a:t>к личному </a:t>
            </a:r>
            <a:r>
              <a:rPr lang="ru-RU" sz="2400" b="1" dirty="0" smtClean="0"/>
              <a:t>пространству.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112" y="2148330"/>
            <a:ext cx="6096000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1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21616" y="369149"/>
            <a:ext cx="7220831" cy="706964"/>
          </a:xfrm>
        </p:spPr>
        <p:txBody>
          <a:bodyPr/>
          <a:lstStyle/>
          <a:p>
            <a:r>
              <a:rPr lang="ru-RU" sz="3600" b="1" dirty="0"/>
              <a:t>Транспорт и движение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7894" y="2669539"/>
            <a:ext cx="5257649" cy="2624901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Движение </a:t>
            </a:r>
            <a:r>
              <a:rPr lang="ru-RU" sz="2400" b="1" dirty="0"/>
              <a:t>по </a:t>
            </a:r>
            <a:r>
              <a:rPr lang="ru-RU" sz="2400" b="1" dirty="0" smtClean="0"/>
              <a:t>тротуарам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Велосипеды </a:t>
            </a:r>
            <a:r>
              <a:rPr lang="ru-RU" sz="2400" b="1" dirty="0"/>
              <a:t>и </a:t>
            </a:r>
            <a:r>
              <a:rPr lang="ru-RU" sz="2400" b="1" dirty="0" smtClean="0"/>
              <a:t>мопеды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Переход дороги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834" y="2165889"/>
            <a:ext cx="5248843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1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0217" y="350861"/>
            <a:ext cx="5236584" cy="706964"/>
          </a:xfrm>
        </p:spPr>
        <p:txBody>
          <a:bodyPr/>
          <a:lstStyle/>
          <a:p>
            <a:r>
              <a:rPr lang="ru-RU" sz="3600" b="1" dirty="0"/>
              <a:t>Громкость общения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6182" y="2980371"/>
            <a:ext cx="5257649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Разговор </a:t>
            </a:r>
            <a:r>
              <a:rPr lang="ru-RU" sz="2400" b="1" dirty="0"/>
              <a:t>на </a:t>
            </a:r>
            <a:r>
              <a:rPr lang="ru-RU" sz="2400" b="1" dirty="0" smtClean="0"/>
              <a:t>улице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Телефонные разговоры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86" y="2212338"/>
            <a:ext cx="4846716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48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21817" y="341717"/>
            <a:ext cx="5236584" cy="706964"/>
          </a:xfrm>
        </p:spPr>
        <p:txBody>
          <a:bodyPr/>
          <a:lstStyle/>
          <a:p>
            <a:r>
              <a:rPr lang="ru-RU" sz="3600" b="1" dirty="0"/>
              <a:t>Очереди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47038" y="3228083"/>
            <a:ext cx="5257649" cy="1600710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Соблюдение очереди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ru-RU" sz="2400" b="1" dirty="0" smtClean="0"/>
              <a:t>Вежливость </a:t>
            </a:r>
            <a:r>
              <a:rPr lang="ru-RU" sz="2400" b="1" dirty="0"/>
              <a:t>в </a:t>
            </a:r>
            <a:r>
              <a:rPr lang="ru-RU" sz="2400" b="1" dirty="0" smtClean="0"/>
              <a:t>очереди.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86" y="2761224"/>
            <a:ext cx="4846716" cy="253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32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03121" y="332573"/>
            <a:ext cx="7680960" cy="706964"/>
          </a:xfrm>
        </p:spPr>
        <p:txBody>
          <a:bodyPr/>
          <a:lstStyle/>
          <a:p>
            <a:r>
              <a:rPr lang="ru-RU" sz="3600" b="1" dirty="0" smtClean="0"/>
              <a:t>Курение</a:t>
            </a:r>
            <a:r>
              <a:rPr lang="en-US" sz="3600" b="1" dirty="0" smtClean="0"/>
              <a:t> </a:t>
            </a:r>
            <a:r>
              <a:rPr lang="ru-RU" sz="3600" b="1" dirty="0" smtClean="0"/>
              <a:t>и отношение </a:t>
            </a:r>
            <a:r>
              <a:rPr lang="ru-RU" sz="3600" b="1" dirty="0"/>
              <a:t>к мусору</a:t>
            </a:r>
            <a:br>
              <a:rPr lang="ru-RU" sz="3600" b="1" dirty="0"/>
            </a:b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2798" y="2736052"/>
            <a:ext cx="5257649" cy="2584770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Курение </a:t>
            </a:r>
            <a:r>
              <a:rPr lang="ru-RU" sz="2400" b="1" dirty="0"/>
              <a:t>на </a:t>
            </a:r>
            <a:r>
              <a:rPr lang="ru-RU" sz="2400" b="1" dirty="0" smtClean="0"/>
              <a:t>улице</a:t>
            </a:r>
            <a:r>
              <a:rPr lang="en-US" sz="2400" dirty="0" smtClean="0"/>
              <a:t>.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2400" b="1" dirty="0" smtClean="0"/>
              <a:t>Чистота </a:t>
            </a:r>
            <a:r>
              <a:rPr lang="ru-RU" sz="2400" b="1" dirty="0"/>
              <a:t>на </a:t>
            </a:r>
            <a:r>
              <a:rPr lang="ru-RU" sz="2400" b="1" dirty="0" smtClean="0"/>
              <a:t>улице.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Сортировка мусора</a:t>
            </a:r>
            <a:r>
              <a:rPr lang="ru-RU" sz="24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86" y="2513839"/>
            <a:ext cx="4846716" cy="302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8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60960" y="350861"/>
            <a:ext cx="5236584" cy="706964"/>
          </a:xfrm>
        </p:spPr>
        <p:txBody>
          <a:bodyPr/>
          <a:lstStyle/>
          <a:p>
            <a:r>
              <a:rPr lang="ru-RU" sz="3600" b="1" dirty="0"/>
              <a:t>Личные привычки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5095" y="2980370"/>
            <a:ext cx="4736442" cy="2096135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Чихание </a:t>
            </a:r>
            <a:r>
              <a:rPr lang="ru-RU" sz="2400" b="1" dirty="0"/>
              <a:t>и </a:t>
            </a:r>
            <a:r>
              <a:rPr lang="ru-RU" sz="2400" b="1" dirty="0" smtClean="0"/>
              <a:t>кашель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ru-RU" sz="2400" b="1" dirty="0" smtClean="0"/>
              <a:t>Слюноотделение</a:t>
            </a:r>
            <a:r>
              <a:rPr lang="en-US" sz="2400" dirty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86" y="2663280"/>
            <a:ext cx="4846716" cy="273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61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60960" y="332573"/>
            <a:ext cx="5236584" cy="706964"/>
          </a:xfrm>
        </p:spPr>
        <p:txBody>
          <a:bodyPr/>
          <a:lstStyle/>
          <a:p>
            <a:r>
              <a:rPr lang="ru-RU" sz="3600" b="1" dirty="0"/>
              <a:t>Фотографирование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3070" y="2917187"/>
            <a:ext cx="5257649" cy="2222502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Фотографирование незнакомцев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r>
              <a:rPr lang="ru-RU" sz="2400" b="1" dirty="0" smtClean="0"/>
              <a:t>Фотографирование </a:t>
            </a:r>
            <a:r>
              <a:rPr lang="ru-RU" sz="2400" b="1" dirty="0"/>
              <a:t>общественных </a:t>
            </a:r>
            <a:r>
              <a:rPr lang="ru-RU" sz="2400" b="1" dirty="0" smtClean="0"/>
              <a:t>мест</a:t>
            </a:r>
            <a:r>
              <a:rPr lang="en-US" sz="2400" dirty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186" y="2414169"/>
            <a:ext cx="4846716" cy="322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72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22750" y="341717"/>
            <a:ext cx="6351136" cy="706964"/>
          </a:xfrm>
        </p:spPr>
        <p:txBody>
          <a:bodyPr/>
          <a:lstStyle/>
          <a:p>
            <a:r>
              <a:rPr lang="ru-RU" sz="3600" b="1" dirty="0"/>
              <a:t>Вежливость и уважение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9373" y="2917187"/>
            <a:ext cx="5257649" cy="2222502"/>
          </a:xfrm>
        </p:spPr>
        <p:txBody>
          <a:bodyPr>
            <a:noAutofit/>
          </a:bodyPr>
          <a:lstStyle/>
          <a:p>
            <a:r>
              <a:rPr lang="ru-RU" sz="2400" b="1" dirty="0" smtClean="0"/>
              <a:t>Уважительное </a:t>
            </a:r>
            <a:r>
              <a:rPr lang="ru-RU" sz="2400" b="1" dirty="0"/>
              <a:t>отношение к </a:t>
            </a:r>
            <a:r>
              <a:rPr lang="ru-RU" sz="2400" b="1" dirty="0" smtClean="0"/>
              <a:t>другим</a:t>
            </a:r>
            <a:r>
              <a:rPr lang="en-US" sz="2400" b="1" dirty="0" smtClean="0"/>
              <a:t>.</a:t>
            </a:r>
          </a:p>
          <a:p>
            <a:endParaRPr lang="en-US" sz="2400" b="1" dirty="0" smtClean="0"/>
          </a:p>
          <a:p>
            <a:r>
              <a:rPr lang="ru-RU" sz="2400" b="1" dirty="0" smtClean="0"/>
              <a:t>Публичные конфликты</a:t>
            </a:r>
            <a:r>
              <a:rPr lang="en-US" sz="2400" dirty="0"/>
              <a:t>.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626" y="2414169"/>
            <a:ext cx="4845835" cy="322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24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97270" y="414869"/>
            <a:ext cx="1851586" cy="706964"/>
          </a:xfrm>
        </p:spPr>
        <p:txBody>
          <a:bodyPr/>
          <a:lstStyle/>
          <a:p>
            <a:r>
              <a:rPr lang="ru-RU" sz="3600" b="1" dirty="0" smtClean="0"/>
              <a:t>Жесты</a:t>
            </a:r>
            <a:endParaRPr lang="ru-RU" sz="36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8056" y="2387196"/>
            <a:ext cx="4933262" cy="32285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/>
              <a:t>Хорошие и нейтральные жесты</a:t>
            </a:r>
          </a:p>
          <a:p>
            <a:r>
              <a:rPr lang="ru-RU" b="1" dirty="0"/>
              <a:t>Приветствие </a:t>
            </a:r>
            <a:r>
              <a:rPr lang="ru-RU" b="1" dirty="0" smtClean="0"/>
              <a:t>рукой.</a:t>
            </a:r>
            <a:endParaRPr lang="ru-RU" dirty="0"/>
          </a:p>
          <a:p>
            <a:r>
              <a:rPr lang="ru-RU" b="1" dirty="0" smtClean="0"/>
              <a:t>Палец </a:t>
            </a:r>
            <a:r>
              <a:rPr lang="ru-RU" b="1" dirty="0"/>
              <a:t>вверх (👍</a:t>
            </a:r>
            <a:r>
              <a:rPr lang="ru-RU" b="1" dirty="0" smtClean="0"/>
              <a:t>).</a:t>
            </a:r>
            <a:endParaRPr lang="ru-RU" dirty="0"/>
          </a:p>
          <a:p>
            <a:r>
              <a:rPr lang="ru-RU" b="1" dirty="0"/>
              <a:t>Два пальца (✌️</a:t>
            </a:r>
            <a:r>
              <a:rPr lang="ru-RU" b="1" dirty="0" smtClean="0"/>
              <a:t>).</a:t>
            </a:r>
            <a:endParaRPr lang="ru-RU" dirty="0"/>
          </a:p>
          <a:p>
            <a:r>
              <a:rPr lang="ru-RU" b="1" dirty="0" smtClean="0"/>
              <a:t>Призыв рукой.</a:t>
            </a:r>
            <a:endParaRPr lang="ru-RU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5923062" y="2387196"/>
            <a:ext cx="5753825" cy="33555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ru-RU" b="1" dirty="0" smtClean="0"/>
              <a:t>Плохие или оскорбительные жесты</a:t>
            </a:r>
          </a:p>
          <a:p>
            <a:r>
              <a:rPr lang="ru-RU" b="1" dirty="0" smtClean="0"/>
              <a:t>Показ </a:t>
            </a:r>
            <a:r>
              <a:rPr lang="ru-RU" b="1" dirty="0"/>
              <a:t>ладонью вверх </a:t>
            </a:r>
            <a:r>
              <a:rPr lang="ru-RU" b="1" dirty="0" smtClean="0"/>
              <a:t>для призыва.</a:t>
            </a:r>
          </a:p>
          <a:p>
            <a:r>
              <a:rPr lang="ru-RU" b="1" dirty="0"/>
              <a:t>Указание пальцем на </a:t>
            </a:r>
            <a:r>
              <a:rPr lang="ru-RU" b="1" dirty="0" smtClean="0"/>
              <a:t>человека.</a:t>
            </a:r>
          </a:p>
          <a:p>
            <a:r>
              <a:rPr lang="ru-RU" b="1" dirty="0"/>
              <a:t>Скрещенные руки или </a:t>
            </a:r>
            <a:r>
              <a:rPr lang="ru-RU" b="1" dirty="0" smtClean="0"/>
              <a:t>пальцы.</a:t>
            </a:r>
          </a:p>
          <a:p>
            <a:r>
              <a:rPr lang="ru-RU" b="1" dirty="0"/>
              <a:t>Жесты, связанные с пальцами и </a:t>
            </a:r>
            <a:r>
              <a:rPr lang="ru-RU" b="1" dirty="0" smtClean="0"/>
              <a:t>носом.</a:t>
            </a:r>
          </a:p>
          <a:p>
            <a:r>
              <a:rPr lang="ru-RU" b="1" dirty="0"/>
              <a:t>Поднятие среднего </a:t>
            </a:r>
            <a:r>
              <a:rPr lang="ru-RU" b="1" dirty="0" smtClean="0"/>
              <a:t>пальца.</a:t>
            </a:r>
          </a:p>
          <a:p>
            <a:r>
              <a:rPr lang="ru-RU" b="1" dirty="0"/>
              <a:t>Жесты с двумя руками у </a:t>
            </a:r>
            <a:r>
              <a:rPr lang="ru-RU" b="1" dirty="0" smtClean="0"/>
              <a:t>лица.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620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0945" y="323429"/>
            <a:ext cx="7927848" cy="883580"/>
          </a:xfrm>
        </p:spPr>
        <p:txBody>
          <a:bodyPr/>
          <a:lstStyle/>
          <a:p>
            <a:r>
              <a:rPr lang="ru-RU" b="1" dirty="0" smtClean="0"/>
              <a:t>Спасибо за внимание!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4573" y="2622549"/>
            <a:ext cx="4219804" cy="7058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 smtClean="0"/>
              <a:t>Следующая тема</a:t>
            </a:r>
            <a:br>
              <a:rPr lang="ru-RU" sz="1600" dirty="0" smtClean="0"/>
            </a:br>
            <a:r>
              <a:rPr lang="ru-RU" sz="1600" dirty="0" smtClean="0"/>
              <a:t>Правила этикета в кинотеатре.</a:t>
            </a:r>
          </a:p>
          <a:p>
            <a:pPr marL="0" indent="0">
              <a:buNone/>
            </a:pP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096" y="2622549"/>
            <a:ext cx="6096000" cy="340402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Стрелка вправо 4"/>
          <p:cNvSpPr/>
          <p:nvPr/>
        </p:nvSpPr>
        <p:spPr>
          <a:xfrm>
            <a:off x="1335887" y="3867912"/>
            <a:ext cx="2891299" cy="1432139"/>
          </a:xfrm>
          <a:prstGeom prst="rightArrow">
            <a:avLst/>
          </a:prstGeom>
          <a:solidFill>
            <a:srgbClr val="2D789D"/>
          </a:solidFill>
          <a:ln w="635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41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157</Words>
  <Application>Microsoft Office PowerPoint</Application>
  <PresentationFormat>Широкоэкранный</PresentationFormat>
  <Paragraphs>53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Ион</vt:lpstr>
      <vt:lpstr>Правила этикета в общественных местах</vt:lpstr>
      <vt:lpstr>Общение с прохожими</vt:lpstr>
      <vt:lpstr>Транспорт и движение</vt:lpstr>
      <vt:lpstr>Громкость общения</vt:lpstr>
      <vt:lpstr>Очереди</vt:lpstr>
      <vt:lpstr>Курение и отношение к мусору </vt:lpstr>
      <vt:lpstr>Личные привычки</vt:lpstr>
      <vt:lpstr>Фотографирование</vt:lpstr>
      <vt:lpstr>Вежливость и уважение</vt:lpstr>
      <vt:lpstr>Жесты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Правила этикета в общественных местах</dc:title>
  <dc:creator>Учетная запись Майкрософт</dc:creator>
  <cp:lastModifiedBy>Учетная запись Майкрософт</cp:lastModifiedBy>
  <cp:revision>7</cp:revision>
  <dcterms:created xsi:type="dcterms:W3CDTF">2024-10-11T07:42:04Z</dcterms:created>
  <dcterms:modified xsi:type="dcterms:W3CDTF">2024-10-11T09:02:25Z</dcterms:modified>
</cp:coreProperties>
</file>