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5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291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869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58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436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40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44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615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358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359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90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449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550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05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51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6F977BE-728E-46C0-BCB6-544AD480B6C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5C65ECEB-F815-42C5-B059-EB4F0045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026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2396507" y="1865376"/>
            <a:ext cx="7744189" cy="1703980"/>
          </a:xfrm>
        </p:spPr>
        <p:txBody>
          <a:bodyPr/>
          <a:lstStyle/>
          <a:p>
            <a:r>
              <a:rPr lang="ru-RU" dirty="0" smtClean="0"/>
              <a:t>Правила </a:t>
            </a:r>
            <a:r>
              <a:rPr lang="ru-RU" dirty="0" smtClean="0"/>
              <a:t>в кинотеатре (Китай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37123" y="5494676"/>
            <a:ext cx="3273789" cy="993500"/>
          </a:xfrm>
        </p:spPr>
        <p:txBody>
          <a:bodyPr>
            <a:normAutofit/>
          </a:bodyPr>
          <a:lstStyle/>
          <a:p>
            <a:r>
              <a:rPr lang="ru-RU" dirty="0" smtClean="0"/>
              <a:t>Подготовил:</a:t>
            </a:r>
            <a:br>
              <a:rPr lang="ru-RU" dirty="0" smtClean="0"/>
            </a:br>
            <a:r>
              <a:rPr lang="ru-RU" dirty="0" smtClean="0"/>
              <a:t>Кошкаровский </a:t>
            </a:r>
            <a:r>
              <a:rPr lang="ru-RU" dirty="0"/>
              <a:t>Н</a:t>
            </a:r>
            <a:r>
              <a:rPr lang="ru-RU" dirty="0" smtClean="0"/>
              <a:t>икита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Группа 22ит24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32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41058" y="616037"/>
            <a:ext cx="8671797" cy="706964"/>
          </a:xfrm>
        </p:spPr>
        <p:txBody>
          <a:bodyPr/>
          <a:lstStyle/>
          <a:p>
            <a:r>
              <a:rPr lang="ru-RU" sz="3600" dirty="0"/>
              <a:t>Покупка билетов и выбор мест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8478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Покупка онлайн.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Выбор мест.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028" y="2485389"/>
            <a:ext cx="5338167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89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42427" y="561173"/>
            <a:ext cx="4260326" cy="706964"/>
          </a:xfrm>
        </p:spPr>
        <p:txBody>
          <a:bodyPr/>
          <a:lstStyle/>
          <a:p>
            <a:r>
              <a:rPr lang="ru-RU" sz="3600" dirty="0"/>
              <a:t>Приход заранее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8478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Приходить вовремя или раньше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028" y="2707685"/>
            <a:ext cx="5338167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11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67302" y="634325"/>
            <a:ext cx="6774926" cy="706964"/>
          </a:xfrm>
        </p:spPr>
        <p:txBody>
          <a:bodyPr/>
          <a:lstStyle/>
          <a:p>
            <a:r>
              <a:rPr lang="ru-RU" sz="3600" dirty="0"/>
              <a:t>Использование телефона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8478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Отключение звука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Яркость экрана</a:t>
            </a:r>
            <a:r>
              <a:rPr lang="en-US" sz="2400" b="1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894" y="2707684"/>
            <a:ext cx="4377011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33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01701" y="634325"/>
            <a:ext cx="4598653" cy="706964"/>
          </a:xfrm>
        </p:spPr>
        <p:txBody>
          <a:bodyPr/>
          <a:lstStyle/>
          <a:p>
            <a:r>
              <a:rPr lang="ru-RU" sz="3600" dirty="0"/>
              <a:t>Еда в кинотеатре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8478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Попкорн </a:t>
            </a:r>
            <a:r>
              <a:rPr lang="ru-RU" sz="2400" b="1" dirty="0"/>
              <a:t>и </a:t>
            </a:r>
            <a:r>
              <a:rPr lang="ru-RU" sz="2400" b="1" dirty="0" smtClean="0"/>
              <a:t>напитки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Сильные </a:t>
            </a:r>
            <a:r>
              <a:rPr lang="ru-RU" sz="2400" b="1" dirty="0"/>
              <a:t>запахи </a:t>
            </a:r>
            <a:r>
              <a:rPr lang="ru-RU" sz="2400" b="1" dirty="0" smtClean="0"/>
              <a:t>еды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237" y="2707685"/>
            <a:ext cx="4575749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7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6405" y="533741"/>
            <a:ext cx="7049245" cy="706964"/>
          </a:xfrm>
        </p:spPr>
        <p:txBody>
          <a:bodyPr/>
          <a:lstStyle/>
          <a:p>
            <a:r>
              <a:rPr lang="ru-RU" sz="3600" dirty="0"/>
              <a:t>Разговоры во время фильма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046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Тишина </a:t>
            </a:r>
            <a:r>
              <a:rPr lang="ru-RU" sz="2400" b="1" dirty="0"/>
              <a:t>в </a:t>
            </a:r>
            <a:r>
              <a:rPr lang="ru-RU" sz="2400" b="1" dirty="0" smtClean="0"/>
              <a:t>зале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ru-RU" sz="2400" b="1" dirty="0" smtClean="0"/>
              <a:t>Комментарии </a:t>
            </a:r>
            <a:r>
              <a:rPr lang="ru-RU" sz="2400" b="1" dirty="0"/>
              <a:t>и </a:t>
            </a:r>
            <a:r>
              <a:rPr lang="ru-RU" sz="2400" b="1" dirty="0" smtClean="0"/>
              <a:t>реакции</a:t>
            </a:r>
            <a:r>
              <a:rPr lang="en-US" sz="2400" b="1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207" y="2707685"/>
            <a:ext cx="5285809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9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01117" y="561173"/>
            <a:ext cx="4799821" cy="706964"/>
          </a:xfrm>
        </p:spPr>
        <p:txBody>
          <a:bodyPr/>
          <a:lstStyle/>
          <a:p>
            <a:r>
              <a:rPr lang="ru-RU" sz="3600" dirty="0"/>
              <a:t>Забота о чистоте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214" y="3437570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Чистота </a:t>
            </a:r>
            <a:r>
              <a:rPr lang="ru-RU" sz="2400" b="1" dirty="0"/>
              <a:t>на </a:t>
            </a:r>
            <a:r>
              <a:rPr lang="ru-RU" sz="2400" b="1" dirty="0" smtClean="0"/>
              <a:t>месте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89" y="2707684"/>
            <a:ext cx="3555908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09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61815" y="579461"/>
            <a:ext cx="5678425" cy="706964"/>
          </a:xfrm>
        </p:spPr>
        <p:txBody>
          <a:bodyPr/>
          <a:lstStyle/>
          <a:p>
            <a:r>
              <a:rPr lang="ru-RU" sz="3600" dirty="0"/>
              <a:t>Детям в кинотеатрах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5176" y="3336987"/>
            <a:ext cx="5596127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Воспитание детей</a:t>
            </a:r>
            <a:r>
              <a:rPr lang="en-US" sz="2400" b="1" dirty="0" smtClean="0"/>
              <a:t>.</a:t>
            </a:r>
            <a:endParaRPr lang="ru-RU" sz="2400" b="1" dirty="0" smtClean="0"/>
          </a:p>
          <a:p>
            <a:endParaRPr lang="en-US" sz="2400" b="1" dirty="0" smtClean="0"/>
          </a:p>
          <a:p>
            <a:r>
              <a:rPr lang="ru-RU" sz="2400" b="1" dirty="0" smtClean="0"/>
              <a:t>Специальные места для детей.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180" y="2707685"/>
            <a:ext cx="5333862" cy="35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47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1186" y="542885"/>
            <a:ext cx="7257354" cy="706964"/>
          </a:xfrm>
        </p:spPr>
        <p:txBody>
          <a:bodyPr/>
          <a:lstStyle/>
          <a:p>
            <a:r>
              <a:rPr lang="ru-RU" sz="3600" dirty="0"/>
              <a:t>Ожидание окончания фильма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214" y="3367360"/>
            <a:ext cx="5257649" cy="2236553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Досматривать титры</a:t>
            </a:r>
            <a:r>
              <a:rPr lang="en-US" sz="2400" b="1" dirty="0" smtClean="0"/>
              <a:t>.</a:t>
            </a:r>
            <a:endParaRPr lang="ru-RU" sz="2400" b="1" dirty="0" smtClean="0"/>
          </a:p>
          <a:p>
            <a:endParaRPr lang="en-US" sz="2400" b="1" dirty="0" smtClean="0"/>
          </a:p>
          <a:p>
            <a:r>
              <a:rPr lang="ru-RU" sz="2400" b="1" dirty="0" smtClean="0"/>
              <a:t>Сдавать очки и предметы кинотеатра.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573" y="2928734"/>
            <a:ext cx="4658196" cy="311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92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28933" y="579461"/>
            <a:ext cx="7838611" cy="706964"/>
          </a:xfrm>
        </p:spPr>
        <p:txBody>
          <a:bodyPr/>
          <a:lstStyle/>
          <a:p>
            <a:r>
              <a:rPr lang="ru-RU" sz="3600" dirty="0"/>
              <a:t>Публичное проявление эмоций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214" y="3437570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Реакции </a:t>
            </a:r>
            <a:r>
              <a:rPr lang="ru-RU" sz="2400" b="1" dirty="0"/>
              <a:t>на </a:t>
            </a:r>
            <a:r>
              <a:rPr lang="ru-RU" sz="2400" b="1" dirty="0" smtClean="0"/>
              <a:t>фильм.</a:t>
            </a:r>
          </a:p>
          <a:p>
            <a:endParaRPr lang="ru-RU" sz="2400" b="1" dirty="0" smtClean="0"/>
          </a:p>
          <a:p>
            <a:r>
              <a:rPr lang="ru-RU" sz="2400" b="1" dirty="0"/>
              <a:t>Ч</a:t>
            </a:r>
            <a:r>
              <a:rPr lang="ru-RU" sz="2400" b="1" dirty="0" smtClean="0"/>
              <a:t>резмерные эмоции.</a:t>
            </a:r>
            <a:endParaRPr lang="ru-RU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80" y="2705277"/>
            <a:ext cx="5720033" cy="356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1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5666" y="588605"/>
            <a:ext cx="2333923" cy="706964"/>
          </a:xfrm>
        </p:spPr>
        <p:txBody>
          <a:bodyPr/>
          <a:lstStyle/>
          <a:p>
            <a:r>
              <a:rPr lang="ru-RU" sz="3600" dirty="0" smtClean="0"/>
              <a:t>Одежда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4978" y="2807208"/>
            <a:ext cx="5257649" cy="3037393"/>
          </a:xfrm>
        </p:spPr>
        <p:txBody>
          <a:bodyPr>
            <a:noAutofit/>
          </a:bodyPr>
          <a:lstStyle/>
          <a:p>
            <a:r>
              <a:rPr lang="ru-RU" sz="2400" b="1" dirty="0"/>
              <a:t>Повседневная </a:t>
            </a:r>
            <a:r>
              <a:rPr lang="ru-RU" sz="2400" b="1" dirty="0" smtClean="0"/>
              <a:t>одежда.</a:t>
            </a:r>
          </a:p>
          <a:p>
            <a:r>
              <a:rPr lang="ru-RU" sz="2400" b="1" dirty="0"/>
              <a:t>Удобная </a:t>
            </a:r>
            <a:r>
              <a:rPr lang="ru-RU" sz="2400" b="1" dirty="0" smtClean="0"/>
              <a:t>обувь.</a:t>
            </a:r>
          </a:p>
          <a:p>
            <a:r>
              <a:rPr lang="ru-RU" sz="2400" b="1" dirty="0"/>
              <a:t>Одежда по </a:t>
            </a:r>
            <a:r>
              <a:rPr lang="ru-RU" sz="2400" b="1" dirty="0" smtClean="0"/>
              <a:t>сезону.</a:t>
            </a:r>
          </a:p>
          <a:p>
            <a:r>
              <a:rPr lang="ru-RU" sz="2400" b="1" dirty="0"/>
              <a:t>Чистота и </a:t>
            </a:r>
            <a:r>
              <a:rPr lang="ru-RU" sz="2400" b="1" dirty="0" smtClean="0"/>
              <a:t>аккуратность.</a:t>
            </a:r>
          </a:p>
          <a:p>
            <a:r>
              <a:rPr lang="ru-RU" sz="2400" b="1" dirty="0"/>
              <a:t>Одежда для особых </a:t>
            </a:r>
            <a:r>
              <a:rPr lang="ru-RU" sz="2400" b="1" dirty="0" smtClean="0"/>
              <a:t>случаев.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692" y="2674798"/>
            <a:ext cx="4950901" cy="330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74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4723" y="576072"/>
            <a:ext cx="6188693" cy="731436"/>
          </a:xfrm>
        </p:spPr>
        <p:txBody>
          <a:bodyPr/>
          <a:lstStyle/>
          <a:p>
            <a:r>
              <a:rPr lang="ru-RU" b="1" dirty="0" smtClean="0"/>
              <a:t>Спасибо за внимание!</a:t>
            </a: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2" y="2722602"/>
            <a:ext cx="3858163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79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39</TotalTime>
  <Words>121</Words>
  <Application>Microsoft Office PowerPoint</Application>
  <PresentationFormat>Широкоэкранный</PresentationFormat>
  <Paragraphs>41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Century Gothic</vt:lpstr>
      <vt:lpstr>Wingdings 2</vt:lpstr>
      <vt:lpstr>Цитаты</vt:lpstr>
      <vt:lpstr>Правила в кинотеатре (Китай)</vt:lpstr>
      <vt:lpstr>Покупка билетов и выбор мест</vt:lpstr>
      <vt:lpstr>Приход заранее</vt:lpstr>
      <vt:lpstr>Использование телефона</vt:lpstr>
      <vt:lpstr>Еда в кинотеатре</vt:lpstr>
      <vt:lpstr>Разговоры во время фильма</vt:lpstr>
      <vt:lpstr>Забота о чистоте</vt:lpstr>
      <vt:lpstr>Детям в кинотеатрах</vt:lpstr>
      <vt:lpstr>Ожидание окончания фильма</vt:lpstr>
      <vt:lpstr>Публичное проявление эмоций</vt:lpstr>
      <vt:lpstr>Одежда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в кинотеатре (Китай)</dc:title>
  <dc:creator>Учетная запись Майкрософт</dc:creator>
  <cp:lastModifiedBy>Учетная запись Майкрософт</cp:lastModifiedBy>
  <cp:revision>5</cp:revision>
  <dcterms:created xsi:type="dcterms:W3CDTF">2024-10-11T08:21:41Z</dcterms:created>
  <dcterms:modified xsi:type="dcterms:W3CDTF">2024-10-11T09:01:36Z</dcterms:modified>
</cp:coreProperties>
</file>