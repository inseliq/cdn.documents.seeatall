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66" r:id="rId6"/>
    <p:sldId id="259" r:id="rId7"/>
    <p:sldId id="267" r:id="rId8"/>
    <p:sldId id="260" r:id="rId9"/>
    <p:sldId id="261" r:id="rId10"/>
    <p:sldId id="268" r:id="rId11"/>
    <p:sldId id="269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5986"/>
    <a:srgbClr val="355885"/>
    <a:srgbClr val="355F93"/>
    <a:srgbClr val="345F96"/>
    <a:srgbClr val="3365A4"/>
    <a:srgbClr val="355888"/>
    <a:srgbClr val="345F95"/>
    <a:srgbClr val="355989"/>
    <a:srgbClr val="356094"/>
    <a:srgbClr val="607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F5BA1-D57E-4EC2-B985-1B77465C909B}" type="datetimeFigureOut">
              <a:rPr lang="ru-RU" smtClean="0"/>
              <a:t>30.05.2024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E67-23D7-4AFC-9168-510A64658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244821"/>
      </p:ext>
    </p:extLst>
  </p:cSld>
  <p:clrMapOvr>
    <a:masterClrMapping/>
  </p:clrMapOvr>
  <p:transition spd="slow">
    <p:plus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F5BA1-D57E-4EC2-B985-1B77465C909B}" type="datetimeFigureOut">
              <a:rPr lang="ru-RU" smtClean="0"/>
              <a:t>30.05.2024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E67-23D7-4AFC-9168-510A64658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838997"/>
      </p:ext>
    </p:extLst>
  </p:cSld>
  <p:clrMapOvr>
    <a:masterClrMapping/>
  </p:clrMapOvr>
  <p:transition spd="slow">
    <p:plu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F5BA1-D57E-4EC2-B985-1B77465C909B}" type="datetimeFigureOut">
              <a:rPr lang="ru-RU" smtClean="0"/>
              <a:t>30.05.2024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E67-23D7-4AFC-9168-510A64658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599280"/>
      </p:ext>
    </p:extLst>
  </p:cSld>
  <p:clrMapOvr>
    <a:masterClrMapping/>
  </p:clrMapOvr>
  <p:transition spd="slow">
    <p:plus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F5BA1-D57E-4EC2-B985-1B77465C909B}" type="datetimeFigureOut">
              <a:rPr lang="ru-RU" smtClean="0"/>
              <a:t>30.05.2024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E67-23D7-4AFC-9168-510A64658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114768"/>
      </p:ext>
    </p:extLst>
  </p:cSld>
  <p:clrMapOvr>
    <a:masterClrMapping/>
  </p:clrMapOvr>
  <p:transition spd="slow">
    <p:plu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F5BA1-D57E-4EC2-B985-1B77465C909B}" type="datetimeFigureOut">
              <a:rPr lang="ru-RU" smtClean="0"/>
              <a:t>30.05.2024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E67-23D7-4AFC-9168-510A64658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693972"/>
      </p:ext>
    </p:extLst>
  </p:cSld>
  <p:clrMapOvr>
    <a:masterClrMapping/>
  </p:clrMapOvr>
  <p:transition spd="slow">
    <p:plus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F5BA1-D57E-4EC2-B985-1B77465C909B}" type="datetimeFigureOut">
              <a:rPr lang="ru-RU" smtClean="0"/>
              <a:t>30.05.2024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E67-23D7-4AFC-9168-510A64658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514244"/>
      </p:ext>
    </p:extLst>
  </p:cSld>
  <p:clrMapOvr>
    <a:masterClrMapping/>
  </p:clrMapOvr>
  <p:transition spd="slow">
    <p:plu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F5BA1-D57E-4EC2-B985-1B77465C909B}" type="datetimeFigureOut">
              <a:rPr lang="ru-RU" smtClean="0"/>
              <a:t>30.05.2024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E67-23D7-4AFC-9168-510A64658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657557"/>
      </p:ext>
    </p:extLst>
  </p:cSld>
  <p:clrMapOvr>
    <a:masterClrMapping/>
  </p:clrMapOvr>
  <p:transition spd="slow">
    <p:plus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F5BA1-D57E-4EC2-B985-1B77465C909B}" type="datetimeFigureOut">
              <a:rPr lang="ru-RU" smtClean="0"/>
              <a:t>30.05.2024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E67-23D7-4AFC-9168-510A64658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127024"/>
      </p:ext>
    </p:extLst>
  </p:cSld>
  <p:clrMapOvr>
    <a:masterClrMapping/>
  </p:clrMapOvr>
  <p:transition spd="slow">
    <p:plus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F5BA1-D57E-4EC2-B985-1B77465C909B}" type="datetimeFigureOut">
              <a:rPr lang="ru-RU" smtClean="0"/>
              <a:t>30.05.2024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E67-23D7-4AFC-9168-510A64658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14063"/>
      </p:ext>
    </p:extLst>
  </p:cSld>
  <p:clrMapOvr>
    <a:masterClrMapping/>
  </p:clrMapOvr>
  <p:transition spd="slow">
    <p:plus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F5BA1-D57E-4EC2-B985-1B77465C909B}" type="datetimeFigureOut">
              <a:rPr lang="ru-RU" smtClean="0"/>
              <a:t>30.05.2024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E67-23D7-4AFC-9168-510A64658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110481"/>
      </p:ext>
    </p:extLst>
  </p:cSld>
  <p:clrMapOvr>
    <a:masterClrMapping/>
  </p:clrMapOvr>
  <p:transition spd="slow">
    <p:plu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F5BA1-D57E-4EC2-B985-1B77465C909B}" type="datetimeFigureOut">
              <a:rPr lang="ru-RU" smtClean="0"/>
              <a:t>30.05.2024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4FE67-23D7-4AFC-9168-510A64658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426176"/>
      </p:ext>
    </p:extLst>
  </p:cSld>
  <p:clrMapOvr>
    <a:masterClrMapping/>
  </p:clrMapOvr>
  <p:transition spd="slow">
    <p:plus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F5BA1-D57E-4EC2-B985-1B77465C909B}" type="datetimeFigureOut">
              <a:rPr lang="ru-RU" smtClean="0"/>
              <a:t>30.05.2024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4FE67-23D7-4AFC-9168-510A646587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86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lus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702560" y="2256155"/>
            <a:ext cx="6786880" cy="1345883"/>
          </a:xfrm>
          <a:solidFill>
            <a:srgbClr val="355F93"/>
          </a:solidFill>
        </p:spPr>
        <p:txBody>
          <a:bodyPr>
            <a:normAutofit/>
          </a:bodyPr>
          <a:lstStyle/>
          <a:p>
            <a:r>
              <a:rPr lang="ru-RU" sz="8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</a:t>
            </a:r>
            <a:endParaRPr lang="ru-RU" sz="8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66762"/>
          </a:xfrm>
          <a:solidFill>
            <a:srgbClr val="345F96"/>
          </a:solidFill>
        </p:spPr>
        <p:txBody>
          <a:bodyPr>
            <a:normAutofit/>
          </a:bodyPr>
          <a:lstStyle/>
          <a:p>
            <a:r>
              <a:rPr lang="ru-RU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 "Процессор Триппер"</a:t>
            </a:r>
            <a:r>
              <a:rPr lang="ru-RU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4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800347" y="5257800"/>
            <a:ext cx="2391653" cy="1477328"/>
          </a:xfrm>
          <a:prstGeom prst="rect">
            <a:avLst/>
          </a:prstGeom>
          <a:solidFill>
            <a:srgbClr val="3365A4"/>
          </a:solidFill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Подготовил студент</a:t>
            </a:r>
          </a:p>
          <a:p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22ИТ24</a:t>
            </a:r>
          </a:p>
          <a:p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Кошкаровский Н.А.</a:t>
            </a:r>
            <a:b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Преподаватель:</a:t>
            </a:r>
          </a:p>
          <a:p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Вьюнов Д.А.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0640820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81680" y="1767840"/>
            <a:ext cx="5628640" cy="1036320"/>
          </a:xfrm>
          <a:solidFill>
            <a:srgbClr val="355C8C"/>
          </a:solidFill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Добрый 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день:)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346517"/>
          </a:xfrm>
          <a:solidFill>
            <a:srgbClr val="34629A"/>
          </a:solidFill>
        </p:spPr>
        <p:txBody>
          <a:bodyPr/>
          <a:lstStyle/>
          <a:p>
            <a:pPr indent="450000" algn="just">
              <a:spcBef>
                <a:spcPts val="0"/>
              </a:spcBef>
            </a:pP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Сегодня я хочу представить вашему вниманию тему, которая имеет огромное значение для современных вычислительных систем и их производительности, а именно: </a:t>
            </a:r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"Процессор Триппер"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718560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57200" y="2102710"/>
            <a:ext cx="5145024" cy="3785652"/>
          </a:xfrm>
          <a:prstGeom prst="rect">
            <a:avLst/>
          </a:prstGeom>
          <a:gradFill>
            <a:gsLst>
              <a:gs pos="0">
                <a:srgbClr val="355988">
                  <a:lumMod val="100000"/>
                </a:srgbClr>
              </a:gs>
              <a:gs pos="27000">
                <a:srgbClr val="355F94"/>
              </a:gs>
              <a:gs pos="64000">
                <a:srgbClr val="34629A"/>
              </a:gs>
              <a:gs pos="100000">
                <a:srgbClr val="3364A1"/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pPr indent="450000" algn="just"/>
            <a:r>
              <a:rPr lang="ru-RU" sz="24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Современные вычислительные системы требуют высоких скоростей обработки данных, энергосбережения и надежности. Для достижения этих целей непрерывно ведутся разработки новых технологий и архитектур процессоров. Одним из перспективных направлений является создание процессоров на основе архитектуры Триппер.</a:t>
            </a:r>
            <a:endParaRPr lang="ru-RU" sz="24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398284" y="737544"/>
            <a:ext cx="34553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6000" b="1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480" y="1999721"/>
            <a:ext cx="6006216" cy="399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5958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39788" y="2556270"/>
            <a:ext cx="5377006" cy="2308324"/>
          </a:xfrm>
          <a:prstGeom prst="rect">
            <a:avLst/>
          </a:prstGeom>
          <a:solidFill>
            <a:srgbClr val="345F97"/>
          </a:solidFill>
        </p:spPr>
        <p:txBody>
          <a:bodyPr wrap="square">
            <a:spAutoFit/>
          </a:bodyPr>
          <a:lstStyle/>
          <a:p>
            <a:pPr indent="450000" algn="just"/>
            <a:r>
              <a:rPr lang="ru-RU" sz="24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 Триппер – это инновационная архитектура процессора, которая разработана с целью повышения производительности и </a:t>
            </a:r>
            <a:r>
              <a:rPr lang="ru-RU" sz="2400" b="0" i="0" dirty="0" err="1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энергоэффективности</a:t>
            </a:r>
            <a:r>
              <a:rPr lang="ru-RU" sz="2400" b="0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вычислительных систем. </a:t>
            </a:r>
            <a:endParaRPr lang="ru-RU" sz="24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78776" y="438659"/>
            <a:ext cx="9876037" cy="923330"/>
          </a:xfrm>
          <a:prstGeom prst="rect">
            <a:avLst/>
          </a:prstGeom>
          <a:solidFill>
            <a:srgbClr val="355989"/>
          </a:solidFill>
        </p:spPr>
        <p:txBody>
          <a:bodyPr wrap="none">
            <a:spAutoFit/>
          </a:bodyPr>
          <a:lstStyle/>
          <a:p>
            <a:r>
              <a:rPr lang="ru-RU" sz="5400" b="1" i="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процессор Триппер?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839" y="1790985"/>
            <a:ext cx="5643247" cy="383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69813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rgbClr val="355989"/>
          </a:solidFill>
        </p:spPr>
        <p:txBody>
          <a:bodyPr>
            <a:normAutofit/>
          </a:bodyPr>
          <a:lstStyle/>
          <a:p>
            <a:r>
              <a:rPr lang="ru-RU" sz="5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процессора триппер.</a:t>
            </a:r>
            <a:endParaRPr lang="ru-RU" sz="5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1"/>
          <a:stretch/>
        </p:blipFill>
        <p:spPr>
          <a:xfrm>
            <a:off x="1770149" y="1573078"/>
            <a:ext cx="8707120" cy="500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401103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rgbClr val="355888"/>
          </a:solidFill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особенности процессора </a:t>
            </a:r>
            <a:r>
              <a:rPr lang="ru-RU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Триппер.</a:t>
            </a:r>
            <a:endParaRPr lang="ru-RU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8760" y="2587625"/>
            <a:ext cx="4892040" cy="2258695"/>
          </a:xfrm>
          <a:solidFill>
            <a:srgbClr val="355C8D"/>
          </a:solidFill>
        </p:spPr>
        <p:txBody>
          <a:bodyPr>
            <a:normAutofit lnSpcReduction="10000"/>
          </a:bodyPr>
          <a:lstStyle/>
          <a:p>
            <a:r>
              <a:rPr lang="ru-RU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Многоядерность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Гетерогенность.</a:t>
            </a:r>
          </a:p>
          <a:p>
            <a:r>
              <a:rPr lang="ru-RU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Энероэффективность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 на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ватт.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9" t="18012" r="15765" b="16100"/>
          <a:stretch/>
        </p:blipFill>
        <p:spPr>
          <a:xfrm>
            <a:off x="5435600" y="1945150"/>
            <a:ext cx="6441440" cy="354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31839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54680" y="456565"/>
            <a:ext cx="5613400" cy="772795"/>
          </a:xfrm>
        </p:spPr>
        <p:txBody>
          <a:bodyPr>
            <a:noAutofit/>
          </a:bodyPr>
          <a:lstStyle/>
          <a:p>
            <a:r>
              <a:rPr lang="ru-RU" sz="6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Совместимость</a:t>
            </a:r>
            <a:endParaRPr lang="ru-RU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96660" y="1398905"/>
            <a:ext cx="4942840" cy="4656455"/>
          </a:xfrm>
          <a:solidFill>
            <a:srgbClr val="345F95"/>
          </a:solidFill>
        </p:spPr>
        <p:txBody>
          <a:bodyPr/>
          <a:lstStyle/>
          <a:p>
            <a:pPr marL="0" indent="450000" algn="just">
              <a:lnSpc>
                <a:spcPct val="10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Несмотря на произошедшие изменения, процессоры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Threadripper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второго поколения остаются совместимы с имеющейся HEDT-платформой на </a:t>
            </a:r>
            <a:r>
              <a:rPr lang="ru-R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TR4 и всеми выпущенными ранее материнскими платами с чипсетом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X399.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747" y="1398905"/>
            <a:ext cx="4245135" cy="465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30385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77620" y="527685"/>
            <a:ext cx="9636760" cy="650875"/>
          </a:xfrm>
          <a:solidFill>
            <a:srgbClr val="355885"/>
          </a:solidFill>
        </p:spPr>
        <p:txBody>
          <a:bodyPr>
            <a:normAutofit fontScale="90000"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процессора </a:t>
            </a:r>
            <a:r>
              <a:rPr lang="ru-RU" sz="4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Триппер.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3040" y="2821305"/>
            <a:ext cx="5577840" cy="2116455"/>
          </a:xfrm>
          <a:solidFill>
            <a:srgbClr val="345E93"/>
          </a:solidFill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Увеличенная скорость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выполнения задач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энергопотребления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Гибкость и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адаптивность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Надежность и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долговечность.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4" r="2737"/>
          <a:stretch/>
        </p:blipFill>
        <p:spPr>
          <a:xfrm>
            <a:off x="5974080" y="2168226"/>
            <a:ext cx="5872480" cy="342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30284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rgbClr val="355989"/>
          </a:solidFill>
        </p:spPr>
        <p:txBody>
          <a:bodyPr>
            <a:normAutofit/>
          </a:bodyPr>
          <a:lstStyle/>
          <a:p>
            <a:pPr algn="just"/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Компании, занимающиеся разработкой передовых </a:t>
            </a:r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процессоров.</a:t>
            </a:r>
            <a:endParaRPr lang="ru-RU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4680" y="2607945"/>
            <a:ext cx="2727960" cy="2726055"/>
          </a:xfrm>
          <a:solidFill>
            <a:srgbClr val="345D90"/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</a:p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AMD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 Holdings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NVIDIA: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200" y="1535429"/>
            <a:ext cx="6494780" cy="487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87998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33045"/>
            <a:ext cx="10515600" cy="1036955"/>
          </a:xfrm>
          <a:solidFill>
            <a:srgbClr val="355885"/>
          </a:solidFill>
        </p:spPr>
        <p:txBody>
          <a:bodyPr>
            <a:normAutofit/>
          </a:bodyPr>
          <a:lstStyle/>
          <a:p>
            <a:r>
              <a:rPr lang="ru-RU" sz="4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Характеристики процессоров </a:t>
            </a:r>
            <a:r>
              <a:rPr lang="en-US" sz="4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endParaRPr lang="ru-RU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84"/>
          <a:stretch/>
        </p:blipFill>
        <p:spPr>
          <a:xfrm>
            <a:off x="1270000" y="1503680"/>
            <a:ext cx="9652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52624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476885"/>
            <a:ext cx="10515600" cy="874395"/>
          </a:xfrm>
          <a:solidFill>
            <a:srgbClr val="355885"/>
          </a:solidFill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ведущими процессорами </a:t>
            </a: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endParaRPr lang="ru-RU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8" b="19065"/>
          <a:stretch/>
        </p:blipFill>
        <p:spPr>
          <a:xfrm>
            <a:off x="1270000" y="1754739"/>
            <a:ext cx="9652000" cy="409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87831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rgbClr val="365986"/>
          </a:solidFill>
          <a:ln>
            <a:solidFill>
              <a:srgbClr val="355885"/>
            </a:solidFill>
          </a:ln>
        </p:spPr>
        <p:txBody>
          <a:bodyPr>
            <a:normAutofit/>
          </a:bodyPr>
          <a:lstStyle/>
          <a:p>
            <a:pPr algn="ctr"/>
            <a:r>
              <a:rPr lang="ru-RU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Перспективные </a:t>
            </a:r>
            <a:r>
              <a:rPr lang="ru-RU" sz="6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направления</a:t>
            </a:r>
            <a:endParaRPr lang="ru-RU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9560" y="1896745"/>
            <a:ext cx="5074920" cy="3691255"/>
          </a:xfrm>
          <a:solidFill>
            <a:srgbClr val="345E93"/>
          </a:solidFill>
        </p:spPr>
        <p:txBody>
          <a:bodyPr>
            <a:noAutofit/>
          </a:bodyPr>
          <a:lstStyle/>
          <a:p>
            <a:pPr marL="0" indent="450000" algn="just">
              <a:lnSpc>
                <a:spcPct val="100000"/>
              </a:lnSpc>
              <a:spcBef>
                <a:spcPts val="0"/>
              </a:spcBef>
            </a:pPr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RISC-V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 открытая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процессоров, которая позволяет компаниям разрабатывать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кастомные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решения для специфических нужд</a:t>
            </a: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450000" algn="just"/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 искусственного </a:t>
            </a:r>
            <a:r>
              <a:rPr lang="ru-RU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интеллекта</a:t>
            </a: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Множество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компаний, таких как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разрабатывают </a:t>
            </a: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процессоры.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3" t="4968" r="10450" b="4060"/>
          <a:stretch/>
        </p:blipFill>
        <p:spPr>
          <a:xfrm>
            <a:off x="5608320" y="1690052"/>
            <a:ext cx="6339840" cy="410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63883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rgbClr val="355888"/>
          </a:solidFill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Возможные области применения процессоров </a:t>
            </a:r>
            <a:r>
              <a:rPr lang="ru-RU" sz="4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Триппер</a:t>
            </a:r>
            <a:endParaRPr lang="ru-RU" sz="4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9560" y="2323465"/>
            <a:ext cx="5308600" cy="3274695"/>
          </a:xfrm>
          <a:solidFill>
            <a:srgbClr val="345E93"/>
          </a:solidFill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Мобильные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устройства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Встраиваемые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Серверы и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дата-центры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Промышленная автоматизация.</a:t>
            </a:r>
          </a:p>
          <a:p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Потребительская электроника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Здравоохранение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481" y="2069785"/>
            <a:ext cx="5973444" cy="378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17252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2540" y="810318"/>
            <a:ext cx="4566920" cy="87439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40832"/>
            <a:ext cx="10515600" cy="4036695"/>
          </a:xfrm>
          <a:solidFill>
            <a:srgbClr val="345F93"/>
          </a:solidFill>
        </p:spPr>
        <p:txBody>
          <a:bodyPr>
            <a:noAutofit/>
          </a:bodyPr>
          <a:lstStyle/>
          <a:p>
            <a:pPr marL="0" indent="450000" algn="just">
              <a:lnSpc>
                <a:spcPct val="10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Процессоры Триппер представляют собой революционный шаг в области вычислительных технологий. Их способность эффективно обрабатывать параллельные задачи, низкое энергопотребление и высокая производительность делают их идеальными для использования в самых разных сферах – от мобильных устройств до высокопроизводительных серверов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450000" algn="just">
              <a:lnSpc>
                <a:spcPct val="100000"/>
              </a:lnSpc>
              <a:buNone/>
            </a:pP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процессоры позволят создавать более умные, быстрые и </a:t>
            </a:r>
            <a:r>
              <a:rPr lang="ru-RU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энергоэффективные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устройства, удовлетворяющие современные требования пользователей и индустрии.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227490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1800" y="2640965"/>
            <a:ext cx="9169400" cy="1325563"/>
          </a:xfrm>
          <a:solidFill>
            <a:srgbClr val="356094"/>
          </a:solidFill>
        </p:spPr>
        <p:txBody>
          <a:bodyPr>
            <a:noAutofit/>
          </a:bodyPr>
          <a:lstStyle/>
          <a:p>
            <a:r>
              <a:rPr lang="ru-RU" sz="7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</a:t>
            </a:r>
            <a:r>
              <a:rPr lang="ru-RU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501746392"/>
      </p:ext>
    </p:extLst>
  </p:cSld>
  <p:clrMapOvr>
    <a:masterClrMapping/>
  </p:clrMapOvr>
  <p:transition spd="slow"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323</Words>
  <Application>Microsoft Office PowerPoint</Application>
  <PresentationFormat>Широкоэкранный</PresentationFormat>
  <Paragraphs>47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Презентация</vt:lpstr>
      <vt:lpstr>Добрый день:)</vt:lpstr>
      <vt:lpstr>Презентация PowerPoint</vt:lpstr>
      <vt:lpstr>Презентация PowerPoint</vt:lpstr>
      <vt:lpstr>Архитектура процессора триппер.</vt:lpstr>
      <vt:lpstr>Основные особенности процессора Триппер.</vt:lpstr>
      <vt:lpstr>Совместимость</vt:lpstr>
      <vt:lpstr>Преимущества процессора Триппер.</vt:lpstr>
      <vt:lpstr>Компании, занимающиеся разработкой передовых процессоров.</vt:lpstr>
      <vt:lpstr>Характеристики процессоров Intel</vt:lpstr>
      <vt:lpstr>Сравнение с ведущими процессорами Intel</vt:lpstr>
      <vt:lpstr>Перспективные направления</vt:lpstr>
      <vt:lpstr>Возможные области применения процессоров Триппер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Добрый день:) </dc:title>
  <dc:creator>Учетная запись Майкрософт</dc:creator>
  <cp:lastModifiedBy>Учетная запись Майкрософт</cp:lastModifiedBy>
  <cp:revision>13</cp:revision>
  <dcterms:created xsi:type="dcterms:W3CDTF">2024-05-23T12:56:45Z</dcterms:created>
  <dcterms:modified xsi:type="dcterms:W3CDTF">2024-05-30T15:09:12Z</dcterms:modified>
</cp:coreProperties>
</file>